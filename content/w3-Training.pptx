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notesSlides/notesSlide18.xml" ContentType="application/vnd.openxmlformats-officedocument.presentationml.notesSlide+xml"/>
  <Override PartName="/ppt/ink/ink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3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4.xml" ContentType="application/inkml+xml"/>
  <Override PartName="/ppt/notesSlides/notesSlide26.xml" ContentType="application/vnd.openxmlformats-officedocument.presentationml.notesSlide+xml"/>
  <Override PartName="/ppt/ink/ink5.xml" ContentType="application/inkml+xml"/>
  <Override PartName="/ppt/notesSlides/notesSlide27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28.xml" ContentType="application/vnd.openxmlformats-officedocument.presentationml.notesSlide+xml"/>
  <Override PartName="/ppt/ink/ink8.xml" ContentType="application/inkml+xml"/>
  <Override PartName="/ppt/notesSlides/notesSlide29.xml" ContentType="application/vnd.openxmlformats-officedocument.presentationml.notesSlide+xml"/>
  <Override PartName="/ppt/ink/ink9.xml" ContentType="application/inkml+xml"/>
  <Override PartName="/ppt/notesSlides/notesSlide30.xml" ContentType="application/vnd.openxmlformats-officedocument.presentationml.notesSlide+xml"/>
  <Override PartName="/ppt/ink/ink10.xml" ContentType="application/inkml+xml"/>
  <Override PartName="/ppt/notesSlides/notesSlide31.xml" ContentType="application/vnd.openxmlformats-officedocument.presentationml.notesSlide+xml"/>
  <Override PartName="/ppt/ink/ink11.xml" ContentType="application/inkml+xml"/>
  <Override PartName="/ppt/notesSlides/notesSlide32.xml" ContentType="application/vnd.openxmlformats-officedocument.presentationml.notesSlide+xml"/>
  <Override PartName="/ppt/ink/ink12.xml" ContentType="application/inkml+xml"/>
  <Override PartName="/ppt/notesSlides/notesSlide33.xml" ContentType="application/vnd.openxmlformats-officedocument.presentationml.notesSlide+xml"/>
  <Override PartName="/ppt/ink/ink13.xml" ContentType="application/inkml+xml"/>
  <Override PartName="/ppt/notesSlides/notesSlide34.xml" ContentType="application/vnd.openxmlformats-officedocument.presentationml.notesSlide+xml"/>
  <Override PartName="/ppt/ink/ink14.xml" ContentType="application/inkml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92" r:id="rId6"/>
    <p:sldId id="29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7" r:id="rId17"/>
    <p:sldId id="286" r:id="rId18"/>
    <p:sldId id="288" r:id="rId19"/>
    <p:sldId id="28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320" r:id="rId30"/>
    <p:sldId id="321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uH77tPh/DxG1j86dn2NgEeNBp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4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03:14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4128 6346 21564,'40'-15'328,"-1"1"1,12 0 0,0 5-404,-9 10 0,1 3 13,6-1 0,4-1 1,-6 1-221,20 4 304,-18-8 0,12-3 0,1-2 1,-9 0 80,0-5 1,-1-2-1922,17 0 1,8 0 0,-9 0 1975,-18 2 1,-4 2 353,3 1 1,1 4-618,1 2 0,1 4 508,13 9 0,4 1-396,-11-8 0,2-1 0,-6 2-60,-1 8 1,-3-1-114,6-8 0,-7-2 3229,-20-2-3397,7-1 1,4 2 46,30 4 16,-30 1 0,-1 1 158,25 8 292,-11-2-377,-12-7 220,8-12 15,-8 4-179,12-9 478,-24 9-194,-6-3 494,1 5-390,17 0 206,3 0-232,-6 0-312,-27 0-503,-11 0 445,0 0 437,-11 0-1005,8 0 689,-32 29 1,29-4-1,-18 26 1</inkml:trace>
  <inkml:trace contextRef="#ctx0" brushRef="#br0" timeOffset="8143">21035 10275 26456,'12'-21'-5561,"2"2"4619,1 6 1136,-3 6 750,-24-5-1254,-3 5 662,1 0-288,2 1-995,12 6 2501,0 0-499,12 0-378,2 0-303,1 0 816,32 0-185,-27 0-5,30 0-174,-12 0-1112,15 6 30,-15-6 0,2 1 342,7 2 0,0 0 50,1-3 1,-3 0-50,11 0 167,14 0-90,-26 5-572,23 3 29,-14 5-93,-4-6-115,4-1 587,14-6-6,0 6-647,-14-5 82,-15 11 186,0-5 39,26 7 436,-6-10 1,1-1-32,-20-3 0,1 0 30,10 0 0,6 0 0,-7-2-184,15-3 115,8 4 0,5 2-86,-20-1 0,-3 0 241,0 0 1,0 0-83,7 0 1,1 0 166,-3-3 1,2 0-605,-9-1 0,3-1 0,-2 1 399,16-1 0,0 1-54,-11-2 1,3-1 0,-8 2-26,-13 4 0,-1 1-454,21-3 1,3 0 505,-13 3 1,2 0 29,-2 0 1,5 0 0,-2 0 111,12 0 1,1 0-141,-13 0 0,2 0 0,-2 0 248,12 1 1,-2-2-175,-6-2 0,0 0-20,13 2 0,0 1-73,-4-3 1,-3 0-121,-14 2 1,1 2-5,19-1 1,0 0 52,-14 0 1,-2 0 92,-11-1 0,0 2 576,7 2 0,-1 0-671,-8-3 1,-1 1-37,3 5 0,0 0 6,4-5 1,-1-1 367,0 3 0,-2 0 87,15-3-359,6 0 333,-14 6-721,3 1 273,2 6 4,1-8 1,-1-2-2019,-2 3 1201,5-5 1,4-2 2,-20-2 0,-3 0-1216,23 1 1044,3-3 1,-2-1-1009,-10-2 1119,7 2 1,5-1 4,-11 1 1,-2-1 291,3 0 0,-2 1 1707,-11 2 0,-2 0 1084,33-7-1642,-24 7 1,1 1 581,-12-1 1,3 0-384,14 0 1,7 0 0,-7 0 397,-15 4 1,-1-1-76,33-2 0,2 0-868,-25 3 0,-1 0-14,12 1 0,-1-2-37,-11-2 1,-2 1-31,-2 1 1,-1 0-81,2-2 0,1 0-35,7 3 0,2 0 109,10 3 1,2 0 1071,-6-2 0,-3 0-1078,-11 2 1,0-1 729,14-4 0,1-1-441,-12-1 0,-1 0-325,-1 0 1,0 1 81,8 2 1,-4 2-3813,7 6 3741,8 1-148,-19-2 1,0-1 516,25-4-220,-32 3 1,0-2 301,32-8-188,-20 5-454,-3-4 1,2-1-220,-15 2 1,2 0-130,29-2 0,-1-1-9,6-6 102,-22 9 0,0 1-149,16-9-166,-26 10 229,17-4 3159,-14 6-3108,23 0 128,-22 0 1,-2 0-318,15 0 703,-5 0 0,-6 0 0,-18 0 0</inkml:trace>
  <inkml:trace contextRef="#ctx0" brushRef="#br0" timeOffset="13276">20457 13204 28622,'0'7'-9502,"0"-2"6304,0-5 6396,0 0-1226,0 6-3764,11-4 3006,-8 4-2277,21-6 1153,-21 0 2735,8 0-89,-11 0-2826,0 0 719,24-6 1710,-18 4-1856,17-4 1455,-23 6-1938,0 0 90,23 0 90,6 0 180,24 0 90,11 0-387,-25 0 0,1 0-1741,2 0 1,-2 0 1534,16 0-37,-10 0 90,-19-5 314,2-2 38,32-7 145,-17 1-417,-3 6 206,6 1-52,-42 6 3069,42 0-3213,-41 6-1624,29-5 1374,-9 5 330,27-6 19,14 6-377,-23-4-203,3 9-83,-21-3 145,15 5 1003,-3-9 0,0-1-765,9 9 390,1-11 1,0-1 146,-1 6-351,1-8 0,3-2 197,19 3 48,-25-5 1,1 0 58,0 3 1,-2-1 150,27-9-458,-21 8 0,-1 2 358,-2-2-355,-5 4 1,0 2-60,2-1 47,-2-3 0,4 0 41,2 0 0,-3-2-34,17-8 0,-4 6 0,1 1 0,2-1 0,-16 3 0,3 1-199,4 6 0,-4 1 52,-2-3 87,27 11-309,-8-11 206,-7 5 107,-14-3 0,0 0-158,11-2 149,-2 5-135,20 0 176,-26 1-83,2 0 1,1 0 65,8 0-173,-14-4 1,0-1 442,12-2-1832,-6 0 0,-1 0 1733,-11 0 9,2 0 0,2 0 274,22 0-340,-3 0-6,-3 0 1,-5 0 202,-18 0-277,5 1 1,2-2-389,14-4 732,14 3-151,-32-1 1,0 1 42,26 7-115,-8-3-17,-18 1 1,0-1 48,17-2 103,-12 1-1,2-2 44,25-4-128,-6 4 0,-3 0-264,-8-4 41,12 4 0,-1 2 82,-15-1-42,12 0 0,4 0 82,-22 0 0,-1 0 96,9 0 0,0 0 71,16-6-160,-17 5 0,-1 0-132,13-4 7,-9 4 0,5 2 93,2-4 0,-3 0-46,10 1-4,-1-3 0,-4-2-107,-15 0 123,2 3 1,4 1-159,1 0 1,-2 0 109,21 3-1512,-24 0 1,-2 0-1496,-3 0 1556,-7 0 1,2 0-1324,16 0 1669,-5-3 0,0 0-1417,11 2 1119,-9-3 0,-5 1-1533,-15 3 2980,7 0 0,4 0-225,-2 0 0,0 0 225,3 0 0,0 0-41,0 1 1,-1-2 634,30-4-477,-14-2 1224,-7 3 1,-2 0 1452,-3-1-1397,-4 4 1,-4 2 1471,-19-1 62,41 5 0,-8-3 29,14 4-68,-11-6-2635,17-6-480,-18-2 98,-11 1-223,3 1 278,-44 0-2123,8 5 1430,-11-11-3286,-11 11 3127,8-5-1216,-9 6 1996,-23 6 1,26 7-1,-26 8 1</inkml:trace>
  <inkml:trace contextRef="#ctx0" brushRef="#br0" timeOffset="19821">20430 16146 19083,'0'-14'-5109,"0"2"3135,0 12 3678,0 0-179,-11 6-523,-4 1-367,1 0-201,2-1 405,12-6 416,0 0 180,23-6-886,-17 5-180,17-5-33,-23 6-97,0 0-92,12 0-177,-9 0-60,32 0 180,-29 0 81,29 0-270,-32 0-1,20-5 202,4 3 50,2-4 161,9 1-141,-24 3-60,-2-3-78,0 5 56,2 0 0,13 0-282,-13 0 220,-2 0-251,-12 0-129,0 0 330,12 0 78,-9 0 214,20 0 0,3-7-156,3 6-144,9-5 35,-11 6-5,11 0 0,-9 0 270,32 0-270,-40 0 179,49 0-113,-61-12-627,49 9 73,-52-8-672,17 11 800,-23 0 720,47 0 179,0-6-298,20 4-125,-17-9 493,-24 9-1053,0-4 1106,-11 12-1091,8-4 718,3 3 4,15-5-83,-11 0 33,-7-5-609,-11 3-96,26-4 362,-18 6 272,36 0 0,5 0-187,-17 0 288,4-2 1,3-1-197,22-5 38,-26 1-324,-2 3 0,-2 2-49,-11 2 154,7 0 1,3 0 556,29 0-272,-30 0 0,2 0-61,2 0 0,-2 0 185,10-6-95,11 5-379,-25-3 0,1 2 191,0 4 1,2 2-103,13 2 1,3 1 228,-3-3 0,-1 1-234,-12 1 1,0-1 208,14-3 1,-4-4-140,7-3-35,-4 3-99,4-3-167,-7 5 416,7-6-26,-21 5 0,0 0-59,26-5 98,-24 3 0,-1 0-126,19 2-131,-8-5 192,8 6-189,-34 0 116,49 0-15,-23-3 0,-1 0 65,7 2-66,1-2 1,5 0-173,-9 3 0,-3 0 186,-11 0 0,1 0-96,15 0 1,1 0 147,-17 0 0,-2 0 116,33 0-205,-30 0 1,-1 0-400,1 6 247,-4-5-237,-10 11-197,15 1 374,0-4 483,32 2-216,-27-11 3,5 0 0,-2 0-97,-14 6 59,23-4-50,-31 3 585,37-5 259,-6 0-383,-2 0 1,-1 0 43,7 0-196,10-2 0,2-1 65,-34 2 0,-1 0 85,17-1 1,1-2-21,-5 1 1,-4 1 85,13 0-321,-6 0 1,1-1 31,-16-1 0,2 2-1865,28 1 0,0 0 1750,-30-5 0,-1 0-201,27 5 1,0 1 49,4-6 97,-20 6 1,5 0 10,-6-2 1,4 0 0,-3 0 95,9 2 0,-1-1-290,12-5 1,0 0 494,-17 5 1,-4 1-462,-7-4 0,-2 1-1213,0 3 1,-1 0 1839,13 7-2265,-14 0 818,0 6 346,-20-6 67,5-1-952,-23-6-681,-23 0 1887,-6 0 89,-24 0 1,-5 0 122,20 0 1,-3 0-808,-17 1 1,-14 1 0,-2 0 0,12-1 720,6-1 1,-2 2 138,-1 1 0,-13 2 0,-3 1 1,3-1-1,14-1-244,3-2 1,2 1 335,-12 2 0,-13 3 1,-1 1-1,12-3 70,4-1 1,0-1-69,-3 3 0,-11 1 1,-2 0-1,6 0-25,3-3 0,4 0 0,0 1-212,2 2 0,1 1 1,0-2 119,3-1 0,0-2 0,2 0-148,-9 0 0,0-1 232,16-1 0,-1 0 0,0 0-31,-3-2 1,-1 0 0,1 0 28,3 0 0,1 0 0,2 0 51,-19-3 1,-2 0-76,11 2 1,-3 2-1,2-3-58,9-1 1,2-1 0,0 0-24,-23 0 0,1 0 120,6-2 1,1-1-32,1 3 0,-5 1-11,15 0 1,-5 0 0,-1 0 0,1 1 6,-9 1 1,1 1 0,-2-1 558,4-1 0,-3-2 1,1 1-1,5 1-534,5 1 1,4 1 0,0-1 19,0-1 0,1 0 0,2 1 42,-12 0 0,2 2-107,0-1 0,-2 0-10,11-2 0,-3 0 1,4-1 102,-1 0 1,-2-1-56,-9 0 1,-5-1 0,9 1-33,-13-3 174,15 4 1,-9 1 0,5 1 818,0 0 0,4 2 492,0 1 1,-4 2-838,-8 0 0,-7 0 0,13 1 1283,-3 4-828,-10-2 1,2-2 1231,19-5 674,-11-12-1235,8 3-1896,-8-10-39,20 12 0,1 1-218,-7-8 301,-23 7 63,35-4 132,20 9-104,-5-4-1153,23 6 1370,12 0 103,14 6-206,20-2 1,7-1 206,-9 1 0,3 0-620,12-2 1,7 0 0,-4-1 555,-4-1 0,1 0-143,4 2 0,6 0 1,-3 0-95,-15-1 1,-3-1 0,5 1 21,10 0 0,5 1 0,2-1 0,-5 0-267,-1 0 0,-3-2 0,4 1 317,2 0 1,6 0 0,0 0 0,0 0-298,-1 0 0,-1 0 1,1 0-1,0 0 218,-1 1 0,-1 1 1,2-1-1,7 1 23,-14 0 0,6 0 0,3 0 0,2-1 0,-3 1 0,-5 0 1,-7 0 41,15 1 1,-9 0-1,9 0-13,-10 0 1,9 0 0,5 0 0,-1 0 0,-5 0 0,-10 0-18,4 0 0,-9-1 0,7 0-9,-3 0 1,7-1-1,3 1 1,-1-1-1,-2 1-20,5-1 0,-2 1 1,0-1-1,1 0 23,-14 0 0,1-1 1,0 0-1,-1 0 1,-1-1-29,8 0 1,0 0 0,-1-1 0,-4 1 26,7 0 0,-3 1 1,1-1-19,-12 0 0,2 0 1,0-1-1,-1 1-65,0-1 1,-1 1-1,1-1 1,2 0 39,7 1 0,3 0 1,0-1-1,0-1 28,2-1 0,2-1 1,-2-1-1,-5 2-298,-4 1 1,-4 0 0,4 0-74,7-2 0,7-2 0,-3 0 1,-13 3-581,-15 2 1,0 1 277,8-3 1,10-1 0,0 0-1,-10 2-334,-9 2 1,-2 0 480,15-3 1,6 0 0,-4 0-481,-3 4 0,-2-1 79,11-5 0,-3 0 2577,12-1 85,-52 0-181,26 0-290,-33 7 1759,1 0-1219,8 0 311,-20 0-215,9 0-244,-12 0-2786,0 0 1469,0-5-3654,-35 3 3306,-9-3 1,-23 10-1,3 2 1</inkml:trace>
  <inkml:trace contextRef="#ctx0" brushRef="#br0" timeOffset="23756">21929 7581 16765,'41'-6'-445,"-3"-1"877,-12-12-890,1 10 746,-13-8-615,-2 15 706,-12-9-1077,0 3 39,0-10-473,-12 9 658,9-20-25,-8 7-217,11-12 235,0-4-547,0-1 1028,0-8 90,-12 0-68,-3 2-431,-11 6 796,-12-1-70,9-11 377,-9 3-148,23-10-436,-20 11-122,29 2-115,-29 17 608,9-15-511,-3 26 426,-9-20-160,0 11-81,-3-8 457,0 1-418,-9 6 531,9 9-610,0 12 1,-5 4 276,3-1 0,1 1-184,1 1 1,0 2 517,-32-1-140,32 0 161,12 0 89,6 0-437,11 0 13,-3 11-637,-22 4 128,0 0 1,-2 2 28,-23 11 99,7-12 0,-1 0 22,20-2 0,2-2 17,-33 2 118,17 4-286,-11 1 398,26 3-312,-11 2 1,-5 2 27,16-8 0,0 0 76,-11 5 0,-1-1-92,6-5 1,3-2 71,-26 12-487,11 5 153,0 1 43,1 1 176,11-8 468,-20 11-339,40-14-157,-14-3 0,0-2 122,15 3-504,-42-3 813,45-4-556,-42 4 384,50-3-235,-24 2 1,-4-3 260,17-4 93,-18 14-26,-9-11 309,27 1-611,-26 2 1,-5-1 555,2 7-589,12-9 0,-2 0 188,1 0 1,3-1-215,-12 8 210,-17 1 252,26-8-354,23-8-1,-8-5-625,20 6-235,-9-4-332,12 4-419,0-6 1359,12 6-1533,26-5 1512,-6 5-1445,29 6 1623,-8 2 0,2 7 1,10-2-1</inkml:trace>
  <inkml:trace contextRef="#ctx0" brushRef="#br0" timeOffset="24623">18827 7174 19962,'0'-20'-5577,"0"7"4138,0 7 1214,0 6 2051,-24 0-639,18 0-531,-17 11 350,0 33-1540,-18 7 1467,9 3-415,-13-15 0,-4-1 171,19-11 1,-1-1-641,-20 13 0,-4 1 12,9-7 0,2-2-43,3-1 1,3-2-347,-6 9 721,9 17-881,35-25-459,0 11-251,0-20 256,24-3 1045,27-21 1,9-8 4,-19 10 0,2 0-25,24-9 0,4-3-129,-8 4 0,-4 1 315,-14 2 0,1 0 85,10-2 1,6 0 0,-5 2 196,-5 2 1,-2 1-89,22-5 0,-6 0-188,-20 8-1389,25 7 762,-77 15 0,14 0 1,-34 4-1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03:50.3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20614 18577 8368,'3'-20'-1137,"6"7"1028,-32 1 684,20-1 147,-20-8-330,20 1-163,-32 1 10,29 6 84,-29 5-234,32 3 271,-9-1 0,12 4-540,12-9-180,2 9 270,13-4 0,11 6 90,-3 0 0,6 0 135,15 0 0,7 0-45,-5 0 0,4 0 0,2 0-322,-6 0 1,1 0-1,1 0 1,0 0 208,-2 1 1,-1 0-1,1 0 1,0 2-23,3 2 0,1 0 0,0 2 0,-2 1-45,13 3 0,-3 1 0,-2 0 150,-12-1 0,-3 1 0,1 0-60,5 1 0,0 0 0,-1-3 86,9-1 0,0-3 154,-11 1 0,2 0 0,-3-2-61,9-1 1,-2 0-135,8 1 0,-3 1-45,-25-2 0,-2 0 45,11-1 0,0 1-180,-9-1 0,-2 0 135,0-3 0,-1 0-45,-1 0 0,0 0 0,1-3 1,1 0 44,6 0 0,1-1 89,2-2 1,-4-2 896,10-5-266,-20 0-682,-35 0-577,-11 0-91,-39 5 360,11 2 0,-4 1 270,2 4 0,-2 0 90,-28-4 0,-5-1 120,28 3 0,0 0 0,-5 1-353,-6 0 0,-7 0 1,-2 1-1,1-1 165,3 0 1,1 1-1,-2-1 1,-3 1-23,3 0 0,-4 1 0,-1 1 0,0-1 0,0 0-394,-1 0 0,0 0 1,-1 0-1,1 0 0,-1 0 448,-1 0 0,-1 0 0,1 0 0,0 0 0,1 0-36,7 0 0,0 0 0,1 0 0,1 0 0,2 0 49,-8 0 1,1 0-1,2 0 1,3 0-233,-7 0 1,4 0-1,3 0 15,10 0 0,3 0 0,1 0 15,-19 0 0,11 0 135,16 0 90,17 0 0,24 0 0,59 0 90,2 0-90,-1-1 0,9 2-5,-14 2 0,4 2 0,5-1-67,-8-3 0,4 0 0,3-1 0,2 0 0,0 1-83,-4 0 0,1 1 0,1 0 0,2 0 0,0 0 1,2 0 51,0 0 0,1 0 0,2-1 0,1 1 0,0 0 1,-1-1-1,-2 1-279,6 0 0,-1 0 1,-1 0-1,0 0 1,1 1-1,1 1 214,-5 0 1,1 1 0,0 0 0,1 1 0,-1 0 0,0 0 0,-2 0 17,8 1 0,1 1 0,-2 0 0,-1 0 0,-1 0 1,-4-1 77,-1 0 0,-2-1 0,-2 0 0,-2 0 0,0 0-41,6 3 1,-1 0-1,-2 0 1,1-1 268,0-3 1,2-2 0,-3-1 0,-7 1 337,4 1 1,-2 1-815,-2-2 0,8 1 0,-4-1 0,-20-1 500,-15-2-572,-75 0 1,-33 0-29,33-3 0,-1-2 0,-6 1 276,1 1 0,-6 0 0,-3 1 0,0-1 1,5-1 468,-17-2 1,4-1 0,-2 0-327,9 0 1,-3 1 0,0 0 0,2 0 22,8 2 1,3 0-1,-2 1 1,-5-1-113,1 1 0,-7 0 0,-3 0 0,1 0 0,2-1 0,6 1-98,-1 0 0,6 0 0,0-1 0,-7 2 53,-1 0 0,-6 0 0,-4 1 0,0 0 0,2 0 0,5 0-23,-5-1 1,5 1 0,0-1-1,-1 1-22,6 1 0,0 0 0,-2 0 0,0 0 0,0 0 0,-3 0 0,-4 0 0,2 0 0,4 0 1,7 0-91,-19 0 0,8 0-135,-11 0 0,17 0 1448,45 0-1133,-5 0 0,23 0 0,0 0 0</inkml:trace>
  <inkml:trace contextRef="#ctx0" brushRef="#br0" timeOffset="695148">16381 17421 24575,'25'-36'0,"0"-1"0,7-12 0,-3 6 0,3-2 0,1 1 0,-1 0 0,-9 4 0,0-4 0,4-7 0,3-5 0,-2-1-940,-4 3 0,-3 0 1,1-1 939,2-4 0,0-1 0,-2 4 0,6-8 0,-3 8 893,-2-5-893,24 84 0,-13 5 0,5 8 0,5 2-556,9 1 0,7 2 0,3 1 0,-2 0 556,-4 0 0,1 1 0,-1-1 0,-2-3 0,10 4 0,-2-3 0,-6-6 0,-1-8 0,-19-5 0,-34-10 1255,9-8-1255,-1 9 0,4-12 0,0 12 2895,-4-10-2895,-11 10 0,24 0 0,-7-9 0,9 20 0,-14-20 0,7 26 0,9 12 0,11-6 0,10 1 0,3 1-271,-5-2 1,2 1-1,1 0 1,0-3 270,12 6 0,1-2 0,-7-5 0,0 4 0,-13-13 0,-25-23 0,-53 0 0,20 0 0,-23 0 0,9 11 0,-19-3 0,-17 0 0,0 3 0,5 5 0,-1 4 0,-8-4-511,10-8 1,-7-1-1,-4-3 1,-2 0 0,-1 0-1,4 1 511,3 1 0,1 1 0,0 0 0,0-1 0,-1-1 0,-2-1 0,4-2 0,-3-1 0,-1-1 0,1-1 0,0 0 0,3 1 0,3-1 0,-5 1 0,3 0 0,2-1 0,3 1 0,2 1-276,-19 3 0,5 0 1,13 0 275,-1-1 0,58 9 0,-12-12 0,9 0 0,-20 0 3934,20 0-3934,-9 0 1038,-11 0-1038,5 0 0,-8-12 0,14-14 0,24-4 0,-9-43 0,19 5 0,3-4 0,-15 16 0,0 1 0,9-12 0,0 9 0,-7 23 0,-12 35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06:52.9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4181 16212 7083,'-15'-15'0,"3"4"90,1 11 90,8 0 0,-9-6-810,12-1 180,0 0 450,24-5 0,-19 4 0,19-5 0</inkml:trace>
  <inkml:trace contextRef="#ctx0" brushRef="#br0" timeOffset="15667">5284 11935 24575,'-31'19'0,"5"-5"0,-31 29 0,34-24 0,-19 19 0,32-28 0,-2 1 0,4-5 0,2 0 0,-3 0 0,5 0 0,-9 8 0,6-6 0,-3 9 0,2-8 0,8 3 0,-5 5 0,0 11 0,-6 31 0,3-19 0,-4 7 0,6-33 0,3-4 0,-2 4 0,1 10 0,-2-4 0,3 0 0,0-9 0,3 1 0,0 17 0,3-5 0,-2 9 0,5 0 0,3 6 0,10 10 0,-2-7 0,4-20 0,4-11 0,-10-10 0,18 4 0,-19-4 0,4 1 0,-4 1 0,-7 0 0,10 1 0,36-7 0,-27-1 0,29-5 0,-36 2 0,-5-2 0,9-4 0,-10 3 0,15-8 0,-2 6 0,26-7 0,-21 6 0,6-2 0,-25 3 0,-6 2 0,-1-1 0,-4-18 0,2 12 0,6-52 0,-7 48 0,10-32 0,-6 40 0,-2 1 0,4 3 0,-5 3 0,3-5 0,0 1 0,6-16 0,-5 14 0,4-10 0,-7 12 0,-1 1 0,-1-3 0,5-13 0,0 9 0,0-14 0,-5 20 0,-2-7 0,3 10 0,-2-23 0,1 2 0,-2-13 0,0 11 0,0 8 0,0 13 0,-2-3 0,1 3 0,-1-3 0,-1 2 0,2 1 0,-5-4 0,0 2 0,-4-6 0,1 8 0,3 0 0,3 3 0,1 0 0,-9-13 0,4 10 0,-6-10 0,4 15 0,3 2 0,-5 2 0,4 2 0,-7-6 0,7 5 0,-5-9 0,4 2 0,1-1 0,-7-2 0,7 3 0,-4 6 0,5-2 0,0 4 0,-8-2 0,-2 3 0,0-2 0,2 4 0,8-2 0,-3 3 0,3-3 0,-8 3 0,1-3 0,-5 0 0,3 0 0,3 0 0,6-3 0,3 3 0</inkml:trace>
  <inkml:trace contextRef="#ctx0" brushRef="#br0" timeOffset="21622">22618 11984 24575,'-50'21'0,"8"-1"0,-2-1 0,-16 5 0,9-2 0,1 0 0,4-5 0,-4 1 0,33-6 0,8-5 0,1 7 0,-10 15 0,-2 0 0,-5 5 0,12-9 0,4-10 0,3 8 0,2-4 0,-2 11 0,0 15 0,2-1 0,-2 19 0,6-34 0,0 1 0,0-24 0,0 3 0,6 10 0,6 14 0,1 5 0,2 9 0,0-9 0,-2-5 0,-6-17 0,18 14 0,-1-14 0,23 20 0,-6-22 0,31-1 0,-1 3 0,-20-7 0,7 1 0,-1-2 0,8 1 0,0-2 0,-11 1 0,2-1 0,-6-3 0,-5-6 0,-6-4 0,5-7 0,-29 0 0,-3-4 0,-6 7 0,6-15 0,-2 10 0,3-7 0,-2 7 0,2 3 0,-1-6 0,1-5 0,-7 3 0,1-6 0,-4 3 0,0 3 0,0 1 0,-3 1 0,0 5 0,0-18 0,0 13 0,-3-10 0,3 5 0,-3 6 0,0-8 0,0 6 0,-4-4 0,-2-6 0,-1-4 0,0 7 0,5 0 0,0 11 0,-1 3 0,2-8 0,-4 1 0,1-7 0,0 2 0,-2-3 0,3 6 0,0 3 0,3 0 0,-3 5 0,1-4 0,-9-3 0,1 3 0,0 0 0,1 8 0,1 0 0,-10 0 0,2 2 0,1-1 0,6 8 0,9-6 0,-2 5 0,1-1 0,-2 2 0,0 0 0,1 0 0,-1 0 0,0 0 0,0 0 0,-21 0 0,-2 3 0,-19 3 0,-15-2 0,5 2 0,-3 0 0,17-2 0,-1-1 0,-30 1 0,7 1 0,26 0 0,-4-2 0,43-2 0,3 1 0</inkml:trace>
  <inkml:trace contextRef="#ctx0" brushRef="#br0" timeOffset="31372">5712 12030 24575,'18'-18'0,"1"0"0,2-1 0,3-1 0,-5 7 0,4-5 0,-9 11 0,0-9 0,-8 6 0,-3-6 0,3-9 0,-6 7 0,6-8 0,-3-3 0,3 11 0,-2-13 0,1 17 0,-2-9 0,3 10 0,0-7 0,1-3 0,6-13 0,-8 12 0,4-3 0,-6 10 0,6-15 0,-4 6 0,4-7 0,-4 16 0,-3-7 0,6 4 0,-5-13 0,12-14 0,-5 7 0,1-2 0,4-19 0,4-3 0,-19 49 0,6 0 0,-6 0 0,3-17 0,-3 8 0,3-6 0,-2 2 0,5 3 0,1-46 0,1 34 0,2-21 0,-7 46 0,2-5 0,-1 4 0,11-21 0,-9 18 0,16-24 0,-17 27 0,8-9 0,-7 5 0,3 1 0,-5-3 0,4 4 0,-5 1 0,9-1 0,-2-1 0,2 1 0,-6 6 0,-3 3 0,-1-3 0,4-3 0,1-1 0,5-4 0,-6 4 0,0 1 0,-3 1 0,-3 1 0,3-2 0,-3 0 0,3 2 0,-3 2 0,8 4 0,2 2 0,26 5 0,-2-2 0,2 5 0,8-5 0,6-1 0,-12 1 0,3 0 0,28 0 0,5-2 0,-4-4 0,-4-1 0,-24 4 0,-2-2 0,6-5 0,-8 0 0,-18 4 0,-1-1 0,6 6 0,3 7 0,-2-3 0,10 4 0,-24-6 0,11-2 0,-11 0 0,3 0 0,8 0 0,25 6 0,-7-1 0,4-1 0,6-1 0,-5 2 0,2 0 0,7-4 0,0 0 0,-3 2 0,-3 0 0,12-3 0,-28 0 0,5 8 0,-14-3 0,20 3 0,-21-5 0,9-3 0,-16 4 0,5-1 0,-2 4 0,4 0 0,-5-1 0,37-2 0,-16 0 0,3 1 0,5-2 0,2 1 0,0 0 0,-3 0 0,11 5 0,-15-3 0,-21-2 0,33 1 0,-28-5 0,13 0 0,-19 3 0,-11-3 0,2 3 0,4 0 0,49 3 0,-20-1 0,13 1 0,2 0 0,-6-4 0,-5 1 0,-2 0 0,-1 0 0,25-3 0,-35 6 0,29-6 0,-36 3 0,5-3 0,-18 0 0,4 3 0,-7-3 0,16 3 0,-9-3 0,0 0 0,-1 0 0,-4 0 0,7 0 0,19 0 0,-9 0 0,18 0 0,0 0 0,-20 0 0,11 0 0,-5 0 0,-28 0 0,10 0 0,-10 0 0,42 0 0,-9 0 0,1 2 0,2 1 0,14-2 0,-15 1 0,-2 1 0,5-3 0,3 0 0,-25 0 0,9 0 0,-10 0 0,36 0 0,-30-4 0,33 3 0,12-5 0,-9 1 0,-19 2 0,-3-1 0,-10-3 0,5-1 0,-10-1 0,-7 4 0,6 0 0,4 5 0,-9 0 0,10-3 0,10-1 0,1 1 0,5-4 0,-2 6 0,-26-2 0,3 3 0,34-4 0,-17 3 0,6-1 0,10-2 0,-1 1 0,4 2 0,1 0 0,-8-1 0,4 0 0,-4 0 0,8 2 0,-7 0 0,4-3 0,6 2 0,0 1 0,-10-4 0,2 4 0,8 0 0,-10 0 0,1 0 0,-6 0 0,23 0 0,-20 0 0,7 0 0,-3 0 0,4 0 0,-7 0 0,8 0 0,-7 0 0,-2 0 0,-2 0 0,1 0 0,-6 0 0,0 0 0,4 0 0,22 0 0,-49-2 0,35-4 0,-32-1 0,18 1 0,-22 0 0,5 2 0,-4-2 0,5 2 0,-7 1 0,-2 3 0,23 0 0,11 0 0,12-5 0,7-2 0,-12 3 0,2-1 0,-9-1 0,1-1 0,-1 1 0,15 0 0,-6 1 0,6-2 0,-5 4 0,3 2 0,-10 1 0,-2 0 0,4 0 0,4 0 0,6 0 0,6 0 0,-8 0 0,-16 0 0,-2 0 0,23 0 0,-1 0 0,-22 2 0,-3-1 0,2 0 0,3-1 0,12 5 0,7 1 0,0-1 0,-8-1 0,0-1 0,2 1-274,-1-1 1,2 1-1,1 0 1,-4 0 273,4 1 0,-3 0 0,-2-1 0,16-4 0,0 1 0,-21 3 0,1 1 0,-6-1 0,-4-3 0,-2 0 0,12 2 0,-3 0 0,-2-3 0,11 0 0,-26 0 1094,29 0-1094,-9 5 0,-6-1 0,-1-1 0,12 4 0,-5-3 0,-1-2 0,-8-2 0,-5 0 0,3 0 0,31 0 0,-32 0 0,5 0 0,27 0 0,0 0-357,-34-1 1,2 2 356,16 0 0,8 1 0,-3 1 0,11 1 0,-2 0 0,-20-1 0,0 0 0,2-1-618,7 2 1,2-1-1,-9 0 618,-12 0 0,-3 1-652,16-3 0,-2 2 652,-3 6 0,8-8 0,-36 5 0,-3-5 599,40 1-599,-13-2 1779,17 0-1779,-9 0 0,-26 0 0,7 0 1492,-1 0-1492,9 0 0,8 0 0,6 0 0,-5 3 0,-1 0 0,0-2 0,-1 0 0,24 5 0,-52-6 0,47 3 0,-14 0 0,1 1 0,1 1 0,3-1 0,9 4 0,-34-7 0,4 1 0,10-1 0,8-2 0,10 1 0,7 0 0,-18 0 0,5 0 0,1 0 0,-4 0 0,1 0 0,-3 0 0,-1 0 0,2 0 0,-1 0 0,-10 0 0,4 0 0,-26 0 0,-11 0 0,7 0 0,-9 0 0,52 0 0,-23 0 0,6 0 0,1 0 0,-4 0 0,-1 1 0,0-2 0,1-1 0,15 1 0,-28-2 0,-15 3 0,3 0 0,5 0 0,21 0 0,29-6 0,-12 5 0,1 1 0,-14-3 0,-1-1 0,7 0 0,-4 4 0,4 15 0,-15-7 0,-8 16 0,-12-7 0,-6-1 0,-3 2 0,1 7 0,1 9 0,0-8 0,3 12 0,10 2 0,-3 7 0,6 1 0,-14-16 0,-7-15 0,10 42 0,0-16 0,-3 10 0,2 0 0,3-13 0,-5 19 0,2-24 0,-1 10 0,8 13 0,-6-15 0,-8-10 0,1-4 0,-2 23 0,3-17 0,2 2 0,0 12 0,1-1 0,0-10 0,0-2 0,4 17 0,-8-32 0,1 13 0,2-1 0,9 15 0,-12-22 0,1-10 0,-2-2 0,-4-4 0,5 5 0,-1-1 0,-6-4 0,8 10 0,-6-7 0,5 10 0,-3-10 0,-2 2 0,1-9 0,-2 2 0,6 4 0,-2 1 0,-1 2 0,5-2 0,-7-5 0,8 3 0,-3-2 0,10 9 0,-7-3 0,13 9 0,-21-17 0,4 1 0</inkml:trace>
  <inkml:trace contextRef="#ctx0" brushRef="#br0" timeOffset="33467">21632 12285 24575,'12'11'0,"7"7"0,10 6 0,-1-1 0,6 1 0,8-7 0,5 2 0,9-4 0,-11-4 0,-21-14 0,-7-7 0,-13-11 0,4 3 0,-5 0 0,1 6 0,-2-5 0,-2 9 0,5-31 0,-4 25 0,7-18 0,-8-1 0,3 21 0,-3-26 0,0 30 0,0-9 0,3-31 0,-2 12 0,4-24 0,-4 26 0,4 16 0,-2-3 0,3 9 0,-2-1 0,-2 5 0,-10 23 0,-3 0 0,-5 12 0,-17 35 0,8-6 0,10-21 0,1 0 0,0 9 0,8-31 0,3-10 0,-3-3 0,3 0 0,0 0 0</inkml:trace>
  <inkml:trace contextRef="#ctx0" brushRef="#br0" timeOffset="40935">5417 12589 24575,'21'10'0,"15"6"0,10 10 0,3 0 0,3 0 0,9 8 0,-18-12 0,-6-2 0,-17-7 0,-9-4 0,-5 2 0,1 12 0,-3-8 0,2 20 0,-3-18 0,1 17 0,-2-14 0,2 28 0,2 11 0,-1-16 0,0 3 0,7 20 0,2 0 0,-3-18 0,0-2 0,0 3 0,2-4 0,4-5 0,-10-17 0,4-2 0,-4 0 0,11 14 0,-8-1 0,6 2 0,-4 1 0,-4-15 0,1 1 0,-6-8 0,6 7 0,-2 6 0,21 39 0,-6 0 0,-8-30 0,-1-3 0,3 10 0,-9-13 0,-3-16 0,2 7 0,-5 6 0,1 29 0,-1-15 0,-2 2 0,1-2 0,0-1 0,0 22 0,3-35 0,5-4 0,8 13 0,2 2 0,2 14 0,-2-12 0,-2-5 0,-9-15 0,-2-13 0,-4-3 0,7-1 0,23 4 0,5-3 0,5-1 0,3 0 0,4-2 0,0 1 0,4-1 0,-3-1-352,10-1 1,2 0 351,3 1 0,6 2 0,1 0-636,1-1 1,1 1 0,1 0 635,-14 1 0,-1 0 0,2 0 0,2 0-897,-3-1 0,3 0 0,1 0 0,-3 1 0,-6-1 897,6 2 0,-5 0 0,0 1 0,8-1 0,0-1 0,1 2-243,0 1 0,-1 0 1,-2 0 242,10-2 0,1-1 0,-2 1 0,5 0 0,-5-2 0,2-5 0,-2-3 0,-13 3 0,2-1 0,-1 0 0,-7-2 0,0 0 0,-2 0 0,20 0 0,-2 2 0,-5 1 0,-6 2 0,0 7 0,-22-1 0,5 0 0,9-3 0,5-1 0,-3-1 0,-1 2 0,3 0 0,18-2 0,9-1 0,-10-1 0,-14 0 0,-5-1 0,10-1 0,-2 0 450,13-2-450,-17 0 1397,-8 5-1397,-2 0 4861,6 0-4861,1-4 1114,14-1-1114,-22-1 0,0 3 0,1 8 0,3 1 0,-4 3 0,-4-4 0,-2 0 0,-8 0 0,11-2 0,-3-1 0,-16-2 0,9 0 0,-10 0 0,-6 0 0,3 0 0,5 0 0,2 0 0,-1 0 0,-5 0 0,-9 0 0,1 0 0,1 0 0,1 0 0,46 0 0,-31 0 0,29 3 0,3 0 0,-15-1 0,21 5 0,2-1 0,-2-4 0,-13 1 0,3 0 0,-2-2 0,-2-2 0,20 1 0,-32 0 0,1 0 0,-1 3 0,-2 1 0,15-3 0,-15 4 0,-1-1 0,-1-4 0,-3 13 0,-6-8 0,6 6 0,1-8 0,25 3 0,6 4 0,-17 0 0,8 1 0,-2 1 0,5 2 0,0 0 0,-7-1 0,4 0 0,-3-1 0,13 1 0,-2-3 0,1-3 0,-3-2 0,-13-1 0,-3-1 0,5-3 0,-5 0 0,-8 0 0,-1 2 0,-15 2 0,-12-1 0,-1 0 0,7-1 0,6 2 0,3-1 0,-2 0 0,-10-1 0,8-1 0,1 4 0,8-4 0,-1 2 0,-8-3 0,-3 0 0,18 3 0,-14-2 0,41 2 0,-34-3 0,11-3 0,-24 3 0,-1-3 0,-4 3 0,10 0 0,5 3 0,27-2 0,-4 3 0,-8-1 0,2 0 0,24-1 0,-3 0 0,5-4 0,-6-8 0,-1-2 0,2 4 0,0-1 0,-7-2 0,-3 1 0,-16 7 0,1 1 0,25 4 0,3 2 0,-14 0 0,0-1 0,-2-1 0,2-1 0,-6-1 0,25 0 0,-4-9 0,-25-3 0,1 0 0,-3 7 0,3 2 0,23-7 0,4 1 0,-4 7 0,-1 4-306,-2 4 0,2 2 306,-12-2 0,2-1 0,-3 0 0,9 5 0,-2-2 0,3-6 0,-5-3 0,-5-8 0,-19-4 0,-20 8 0,-4 5 0,12 0 0,12 5 0,24-4 306,-19 2 0,2-1-306,4-7 0,1-3 0,-3 2 0,-1-2 0,1-1 0,-2 0 0,19-3 0,-13 8 0,6 4 0,-10 0 0,27 0 0,-28-2 0,17 1 0,-26-7 0,2 6 0,6 0 0,15-8 0,2-1 0,-7 5 0,1-1 0,17-3 0,-1 0 0,-25 6 0,-1 1 0,8 4 0,3 1 0,16 2 0,2 1 0,-5 2 0,2 0-521,-3-3 1,6-2 0,-8 1 520,-4 0 0,-6 0 0,1-2 0,-5-2 0,-2 1 0,-26 0 0,18 0 0,19 0 0,-26 0 0,23 0 0,-44 3 0,15-2 0,9 1 0,10 2 0,7-1 0,-3-3 0,3 1 0,6 3 0,6 0 0,-6 0 0,-4-1 0,-2 0 0,21 1 0,-5-1 0,-9 2 780,-5-5 1,1 0-781,18 3 0,-32-2 0,0-1 0,0-1 0,-5 0 0,-7-1 0,15-6 0,-30 8 0,-2-3 0,-8 5 0,4-1 0,3 4 0,0-1 0,27 2 0,-16 1 0,12-2 0,-7-2 0,-7-6 0,9 3 0,-5-6 0,-2 5 0,-1-1 0,19 2 0,-15 3 0,36-2 0,-6 2 0,-2-5 0,-6 1 0,-22-4 0,-7 4 0,8-2 0,9 0 0,15-6 0,-2 0 0,-8-3 0,-8 5 0,-8 4 0,11-3 0,-4 5 0,8-9 0,-20 9 0,-2-8 0,-6 0 0,0-16 0,13-3 0,4-4 0,-4 2 0,2 0 0,10-10 0,-1 1 0,9-14 0,-16 2 0,-3-1 0,2-5 0,-1 2 0,1 2 0,-6 16 0,8-7 0,-10 11 0,8-13 0,-7 2 0,4 4 0,-11-4 0,-3 16 0,-4-14 0,-1 16 0,-1 8 0,-1 6 0,3 0 0,-3 3 0,6-13 0,3 2 0,-5-8 0,8-18 0,-9 17 0,12-22 0,-2 23 0,-2 6 0,1 8 0,-9 3 0,0 1 0,2-8 0,2-3 0,5 3 0,0-3 0,1 0 0,-4 7 0,-6 0 0,-3 11 0,-3 0 0</inkml:trace>
  <inkml:trace contextRef="#ctx0" brushRef="#br0" timeOffset="43251">21607 13686 24575,'12'-9'0,"-3"2"0,8-4 0,15-2 0,6-1 0,27-6 0,-4-4 0,-1-2 0,3-2 0,-11 0 0,-38 13 0,-11 11 0,2-7 0,-1 1 0,5-8 0,-3 3 0,0-1 0,-3 4 0,3 9 0,-3 6 0,3 9 0,11 52 0,5 5 0,-9-22 0,0-1 0,4 18 0,-6-29 0,-11-20 0,3-4 0,-3-5 0,0 0 0,-3 5 0,0-3 0,-3 5 0,3-3 0,-3 7 0,3-4 0,0 2 0,-3-9 0,3-3 0,-8-1 0,1-1 0,-5 2 0,6-3 0,-8-6 0,-14-5 0,9 1 0,-16-3 0,25 10 0,-2 0 0,9 3 0,4 0 0</inkml:trace>
  <inkml:trace contextRef="#ctx0" brushRef="#br0" timeOffset="46982">9870 14350 24575,'66'0'0,"0"0"0,0 0 0,1 2 0,0 1 0,4-1 0,-2-1 0,3-2 0,1 1 0,-2 2-428,-7 2 0,0 1 0,-2 1 0,-3-1 428,3-3 0,-4 0 0,-4 2 277,6 2 0,-12 1-277,-18-2 283,-19-5-283,9-3 0,8 3 0,45-3 0,-31 3 0,-1 0 0,31 0 875,-12-3-875,-34-4 0,41-11 0,-26 6 0,12-2 0,-45 11 0</inkml:trace>
  <inkml:trace contextRef="#ctx0" brushRef="#br0" timeOffset="50220">11637 14173 24575,'13'6'0,"1"2"0,21-1 0,0-1 0,7 2 0,9-3 0,7 0 0,-1 0 0,-1 1 0,0 1 0,0-1 0,2-1 0,-1-1 0,-5 0 0,-4 0 0,-7 0 0,3 1 0,-6-5 0,4 0 0,-2 0 0,-8 0 0,-19 0 0,4 0 0,-4 0 0,12 0 0,-5 2 0,6-1 0,-13 2 0,-2-3 0,-7 5 0,-2-1 0,-7 5 0,1-4 0,-4 1 0,2 0 0,-6 0 0,0 6 0,-6 0 0,2 1 0,2-5 0,7-2 0,-1-6 0,2 3 0,-3 0 0,-25 7 0,14-2 0,-14 3 0,22-6 0,-9-4 0,-1 7 0,0-6 0,0 7 0,0 3 0,4-3 0,-5 3 0,9-6 0,8-6 0,-3 6 0,1-3 0,4 3 0,-4-3 0,4 0 0,-2-3 0,-2-3 0,1 3 0,-1-3 0,2 3 0,0 0 0,0 3 0,-8 2 0,-10 8 0,6-3 0,-6 2 0,7-1 0,3-3 0,-3 0 0,8-5 0,0-3 0,-10 0 0,-6 3 0,1-2 0,1 3 0,17-2 0,-5-1 0,-1 4 0,-16 3 0,-8-1 0,-10 1 0,15-2 0,7-5 0,15 1 0,3-4 0,3-10 0,0-4 0,3 0 0,0-5 0,5-19 0,-4 16 0,4-14 0,-5 26 0,0 3 0,0-6 0,0 2 0,0 1 0,0-2 0,0 6 0,0-3 0,0 5 0,0 0 0,0-3 0,0 2 0,0-4 0,3 7 0,-3-1 0,3 5 0</inkml:trace>
  <inkml:trace contextRef="#ctx0" brushRef="#br0" timeOffset="54717">9982 9967 24575,'17'6'0,"-3"-5"0,3 4 0,0-1 0,12-3 0,-11 2 0,7-3 0,-11 0 0,10 0 0,27 0 0,-18 0 0,5 0 0,-32 3 0,10-3 0,34 13 0,-12-4 0,4 1 0,12 2 0,0 0 0,-3 0 0,-5-1 0,11 3 0,-23-9 0,-28-2 0,13-3 0,4 0 0,0 0 0,2 0 0,22 0 0,7 0 0,14 0 0,-7 0 0,-17 0 0,0 0 0,18 0 0,7 0 0,-24 0 0,-34 0 0,2 0 0,-7 0 0,6 0 0,0-3 0,4 2 0,-4-1 0,7 2 0,7 0 0,13 0 0,7 0 0,-12-3 0,-8 2 0,-15-2 0,1 1 0,13-2 0,4-3 0,3 2 0,-3-1 0,-8 6 0,33-6 0,-28 5 0,21-3 0,-35 4 0,-2 0 0,1-2 0,-4 1 0,15-2 0,17 3 0,10 0 0,2 0 0,5 1 0,0-2 0,0 0 0,0-2 0,-1 2 0,22 0 0,-9 0 0,-15-4 0,-47 5 0</inkml:trace>
  <inkml:trace contextRef="#ctx0" brushRef="#br0" timeOffset="56967">12155 9715 24575,'43'47'0,"-2"-4"0,-3-13 0,-14-6 0,-10-15 0,12 25 0,3-12 0,2 1 0,23 23 0,-2-15 0,4-3 0,-12-12 0,1-1 0,13 5 0,-1 0 0,10 5 0,-30 3 0,-77 10 0,11-15 0,-3-1 0,0 3 0,-4 0 0,-12-4 0,1-4 0,3-2 0,-25-6 0,7-9 0,2-5 0,3 4 0,22-4 0,29 5 0,-3 0 0,3 3 0,-5 3 0,1 1 0,-5 1 0,6-2 0,0 0 0,-2 3 0,4-13 0,-5-9 0,8-9 0,-6-16 0,5-4 0,-5 10 0,6 0 0,-2 14 0,3-1 0,0-2 0,-3 5 0,6 5 0,-3 5 0,3-3 0,0 0 0,0-6 0,0 2 0,0-7 0,0 1 0,-3-3 0,3-1 0,-3 9 0,3-2 0,0 9 0,0-2 0,0 3 0,0 3 0,0 0 0</inkml:trace>
  <inkml:trace contextRef="#ctx0" brushRef="#br0" timeOffset="60483">18112 10931 24575,'-42'5'0,"3"-5"0,-6 1 0,-8 1 0,-4 1 0,-6-3 0,-2 0 0,-2 0 0,2 0 0,14 0 0,3 0 0,7-2 0,4 1 0,-7 0 0,27-1 0,9 2 0,-7 0 0,-17 4 0,4-3 0,-28 4 0,8-5 0,-22-5 0,9 3 0,-8 1 0,21 3 0,-10 2 0,13-1 0,-24-2 0,25 1 0,3-2 0,2 0 0,4 3 0,-38-2 0,42 4 0,-35 1 0,40-2 0,-34 2 0,33-6 0,-3 0 0,13 0 0,8 0 0,-3 0 0,0 0 0,6-3 0,-2 2 0,2-1 0,-9 2 0,-1 0 0,1 0 0,-9 0 0,9 0 0,-18 0 0,6 0 0,-8 3 0,-10-2 0,7 6 0,1-7 0,17 4 0,-2-4 0,8 0 0,-4 0 0,4 0 0,-1 0 0,-1 0 0,-5 0 0,1-3 0,4 2 0,1-4 0,9 4 0,4-1 0</inkml:trace>
  <inkml:trace contextRef="#ctx0" brushRef="#br0" timeOffset="63651">16010 10627 24575,'-9'3'0,"1"0"0,-1 6 0,-6 3 0,5-2 0,-4 1 0,2-2 0,2 2 0,-7 2 0,7-1 0,-4-3 0,-2 0 0,-4 0 0,-1 1 0,-37 18 0,12-12 0,10-1 0,-3 1 0,-7-5 0,2-3 0,-9 1 0,9-2 0,2 0 0,-3-2 0,10 2 0,9 1 0,14 1 0,3-5 0,0 1 0,-10 1 0,5-4 0,-4 7 0,8-9 0,17 13 0,-2 1 0,10 4 0,-6-3 0,5-1 0,-4-7 0,8 10 0,-11-10 0,7 7 0,-10-7 0,19 18 0,12 11 0,-6-11 0,0 1 0,16 16 0,-7-14 0,-21-6 0,-7-10 0,11 18 0,-5-11 0,0 5 0,-8-10 0,0-3 0,-1-2 0,8 9 0,-5-5 0,4 4 0,-5-5 0,1-2 0,1 1 0,4 1 0,-4-2 0,0 1 0,-3-5 0,-4 0 0,5-3 0,2 0 0,5-6 0,5 3 0,-7-6 0,-3 3 0,-11-3 0,2-8 0,2-7 0,-1-13 0,-1-4 0,-1-2 0,-1-12 0,0 2 0,0 0 0,0-3 0,0-6 0,0 17 0,0 12 0,0 6 0,0 6 0,0 6 0,0 0 0,0 3 0,6-14 0,-5-1 0,9-12 0,-9 14 0,5-2 0,-5 8 0,1 0 0,-2-1 0,3-6 0,-2 5 0,1-2 0,-2 11 0,0 6 0</inkml:trace>
  <inkml:trace contextRef="#ctx0" brushRef="#br0" timeOffset="68488">18229 15696 24575,'-12'3'0,"3"0"0,-5-1 0,4-1 0,-4 2 0,2-3 0,-3 2 0,-3-1 0,-17 6 0,-7-5 0,-5 2 0,2-4 0,17 0 0,-10 0 0,-4-3 0,-25-1 0,18-1 0,1 2 0,34 3 0,-2 0 0,0 0 0,-3 0 0,2 0 0,5 0 0,0 0 0,-14 0 0,11 0 0,-10-3 0,-3 0 0,-4 0 0,-2 0 0,5 3 0,17-3 0,-1 3 0,3-3 0,-5 3 0,-12 0 0,-23 7 0,4-6 0,-5 6 0,26-7 0,-4 0 0,11 0 0,-12 0 0,-26 0 0,4 0 0,14 0 0,1 0 0,-8 0 0,1 3 0,24-3 0,-8 3 0,9-3 0,-3 0 0,0 0 0,-3 0 0,7 0 0,-10 0 0,-6 0 0,11 0 0,-17 0 0,27 0 0,-17 0 0,7-3 0,-12 2 0,9-3 0,-11 4 0,18 0 0,-20 4 0,5-4 0,-12 4 0,17-4 0,-18-3 0,19 0 0,-7-1 0,5 2 0,16 2 0,-3 0 0,6-3 0,-4 2 0,2-1 0,-15 2 0,3 0 0,-15 3 0,10-2 0,-24 2 0,30-3 0,-13 0 0,25 0 0,-25 0 0,13 3 0,-25-2 0,29 1 0,0-2 0,8 0 0,-2 0 0,-10-3 0,-11-1 0,9-1 0,2 2 0,13 3 0,-6 0 0,-38-5 0,10 4 0,-17-4 0,31 5 0,8 0 0,7 0 0,-4 0 0,0 0 0,6 0 0,-27 0 0,22 0 0,-19 0 0,24 0 0,2 0 0,6 0 0,-2 0 0,1 3 0,-10 0 0,9 0 0,-11 0 0,4-3 0,5 3 0,-8-8 0,13 6 0,-6-6 0,7 5 0,2 0 0</inkml:trace>
  <inkml:trace contextRef="#ctx0" brushRef="#br0" timeOffset="70934">14956 15390 24575,'-16'7'0,"-15"7"0,-17 10 0,-4 2 0,9 0 0,13-6 0,14-5 0,4-6 0,1 2 0,-8-7 0,-34 20 0,21-14 0,-11 11 0,-2 5 0,4 9 0,-13 0 0,25-8 0,17-21 0,6 3 0,-3 3 0,6-2 0,8 6 0,0-8 0,16 19 0,-1-6 0,10 12 0,4-2 0,3 2 0,-7-8 0,0 0 0,8 6 0,-2-2 0,5-1 0,-5-6 0,-18-10 0,10 5 0,-10-3 0,-3-4 0,-2 2 0,-2-6 0,-7-1 0,1-2 0,-4 3 0,7 0 0,-4-2 0,5-2 0,-3-4 0,0-2 0,31-39 0,-13 14 0,13-25 0,-25 33 0,-12-9 0,0 17 0,-3-12 0,3 8 0,-3-13 0,0-2 0,-1-6 0,-4-3 0,4 20 0,2-17 0,2 12 0,3 2 0,2-20 0,-4 22 0,4-13 0,-5 14 0,0 4 0,0-6 0,-3 8 0,2-4 0,-1 13 0,2-16 0,0 12 0,0-10 0,0 18 0</inkml:trace>
  <inkml:trace contextRef="#ctx0" brushRef="#br0" timeOffset="72187">16033 16768 24575,'20'-32'0,"5"-4"0,6-5 0,8-10 0,7-8-1065,-9 15 0,6-5 0,3-4 0,0 0 0,-2 4 1065,1-3 0,-1 3 0,0-1 0,2-3 0,-7 8 0,3-4 0,0 0 0,0-1 0,-1 1 0,-5 3 0,5-6 0,-3 2 0,-3 1 0,-3 2 533,1-2 0,-4 3 1,-3 1-534,4-10 0,-8 8 862,-13 12-862,0 4 0,-6 21 0,8-28 0,0-4 0,-4 16 1431,3-14 1,-2 2-1432,-8 26 0,0 3 0,2 3 0,4-2 0,5-7 0,-4 4 0,0-5 0,-7 10 0,0 2 0,0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41:45.4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2209 18091 7533,'-41'10'989,"0"1"1,-30 13-1620,38-15 630,14-3 0,7-20 0,5-6 0</inkml:trace>
  <inkml:trace contextRef="#ctx0" brushRef="#br0" timeOffset="1730">17302 9631 7533,'0'-28'1799,"0"9"-450,0 13-809,0 6-450,0-5-270,11-3 0,-2-5 90,10 5 809,-12 15 721,-7 36-901,-13 3 91,0 1 0,0 5-271,1 1 1,2 0-225,-1-10 0,3 2 180,3 29 0,4-3-225,1-13-180,0-3 0,0 1-90,6 5 0,-5-13-360,5-6-269,-6-33-361,0 3-1078,0-12 269,6 0-180,1-6 2159,1 5 0,3-5 0,-4 6 0</inkml:trace>
  <inkml:trace contextRef="#ctx0" brushRef="#br0" timeOffset="3997">16985 9920 7533,'-20'42'2338,"2"-5"-1978,10-30 809,-3-7-179,3-7-810,1-1 809,-5-3-629,10 9 360,-9-3-271,10-7-539,-5-14 270,12 2-450,1-24 630,17-5-360,-1-15 90,-5 25 0,2 1-180,2-14 135,-4 23 0,0-1-135,10-26 135,-9 27 0,1-2-45,6-13 0,-1 1 0,12-5 90,-10 11 0,2 3-90,11-5 135,-11 19 0,0 2-135,20-10 0,-4 18 360,-1 3 179,-3 3-359,12 1 180,-7 7-540,-12 7-90,-3 7-179,-17 5 449,5 7 90,-6 1 269,-12 6 91,-2-7 0,-18 6-136,-4-2 1,-3 3-270,0-1 0,0 0 0,-4 4 0,0 1 0,8-5 0,1-1 135,-11 21 180,4 2 90,18-16 0,5 0-1,6 7-89,20 11-180,29-18-90,5 3-225,-15-15 0,-1 0 45,-7-2 0,-3-1-989,23 17 89,-15 9-809,-9-7-449,-1-1 719,-14-10 449,-7-24-809,6 11 360,8 8 1169,8-3 360,16 8 0,-15-24 0,9-1 0</inkml:trace>
  <inkml:trace contextRef="#ctx0" brushRef="#br0" timeOffset="5080">18419 10904 7263,'0'21'3508,"6"9"-2519,7 10 361,13 20-1081,2 1-134,-15-27 0,0 2-405,3 5 1,-1 1-91,-1 0 0,0-1-450,2 4 1,1-3-271,16 4 1080,-13-22 0,-1-36 0,-6-3 0</inkml:trace>
  <inkml:trace contextRef="#ctx0" brushRef="#br0" timeOffset="6112">18143 11443 7533,'-7'-21'2428,"-5"8"-1529,40 21 1,38 17-1,17 9 1,-1-1 0,-21-10-900,-19-10 0,2 0 161,15 11 1,19 10 0,3-1 0,-11-10 0,-28-22 738,-29-56-810,-13 20 0,0-11 0,-2-4-450,-4-15 135,8 25 0,2 0-495,4-12 271,-1 27 179,-1 19 90,0 6 180,1-6-90,1 5 0,3-5 360,-9 6 719,4 0 361,-6 0 628,0 0-1708,-12 0-360,3 0 90,-26 8 0,-26 10 0,-11 3 0,3-1 0,19-5 0,-14-1 0,-1 5 0,0 0 0,0-1 0,0 1 0</inkml:trace>
  <inkml:trace contextRef="#ctx0" brushRef="#br0" timeOffset="12446">23480 5873 7353,'-35'0'1349,"-13"0"-989,19 0 90,-10 0 89,0 6-179,6-5-90,-1 11 90,8-10-90,7 4 629,6 0-809,6-5 90,13 5 180,8-6-181,32-8 1,11-2-135,-18 8 0,2 0-165,7-3 0,5 0 1,-2 3 119,7 7 0,-3 3 0,-10-1 0,-2 1 0,1 1 0,0 1 0,-2-4 0,-1 1-225,-2 2 0,0 1 135,4-3 0,-2 1 180,12 10 90,-27-10 539,-14-3-539,-18-5 720,-42 0-720,1 0-135,8 0 0,-5 0-180,-20 3 0,-2 0 90,11 1 0,-1 0 0,-16-1 0,0 1 45,16-1 0,4 0 90,14-3 0,2 0-180,-3 0 0,0 0 360,-20 0-270,12 0 270,15-6-180,19 4-90,7-4-270,6 6 540,6 0-1,53 0-89,9 0-30,-9-1 0,12-2 0,-2 2-210,-13 0 0,-1 1 0,0-1-164,4-1 1,0 0 0,-3 0 178,5 2 0,-6 0 45,15 0 0,-24 0 90,-2 0 449,-32 0-359,-12 0 90,0 0-229,-30 0-491,-35 6 270,27-2 0,-3 0-90,-25 2 1,-6 1 29,23-3 0,-2 1 0,0-1 210,-1-1 0,1-1 0,0 0 300,-24 1 0,7 0 449,-4-3-539,42 0-45,57-3 0,21 0-225,9 2 0,6 1-420,-10-1 1,4 1-1,-2 1 19,22 1 0,-5 3-4,-16 0 1,-3 3 494,-6 7 0,-2 1 0,19 2 0,-3 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44:13.2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15369 10615 9895,'0'-26'-1181,"6"12"1205,-5-3-102,-1 9-39,-7 1-42,-1 1 149,2 6 256,1 0-66,-20-6 165,-10-1-136,-6 0 123,9 1 212,18 6-256,8 0-34,6 0-794,0 0 540,6 12-233,2-3 74,5 4 206,6-7 264,7-18-133,2 3-65,-2-10-105,-6 12 105,-8-5 177,-4 11 376,-2-5-146,-6 6-46,0 0-562,0-6-455,0-1 195,0-1-376,-12-4 462,4 11 218,-18-5-1,6 6 224,5-5-226,4 3 161,11-4-114,0 6 340,0 0 131,-6 0-498,-1 0 290,-6-6-337,5 5 134,3-5-417,5 6 517,0 0-250,11 0 90,9 0-90,2 0 270,9 0-15,-16 0 1,9 6 58,-15-5-287,9 5 297,-22-6-144,-21 0 90,-12-6-63,-21-1-162,28 0-230,-5-5 337,26 5-261,-9-1 367,10 2-602,2 6 74,6 0-27,12 0 433,9 0-312,12 0 385,-5 6 63,8-4-151,4 10-402,-3-4 0,3 3 44,-4 2 1,0 1 115,4 0 1,-3 0-1,15 17 1,-13-11-1</inkml:trace>
  <inkml:trace contextRef="#ctx0" brushRef="#br0" timeOffset="1386">31395 7726 8088,'32'-21'-331,"7"8"0,-3 2 0,2 3 0</inkml:trace>
  <inkml:trace contextRef="#ctx0" brushRef="#br0" timeOffset="1982">31658 7647 8088,'7'-32'-1058,"5"15"843,-5-6 79,6 22-436,-5 1 707,-2 7 128,-24 0 467,-4 5-573,-5-10 623,8-2-646,13-8 339,6-5-534,0 6-185,0 1 215,6 6 139,24-6-93,1 5-15,14-5 84,-13 6-139,-11 0-239,-8 6 167,-7-5 369,-6 5 142,0-6-195,-24-6-12,-34-7-175,15 4-184,-10-3 89,58 12 465,39 0-458,-11 0 242,35 0-695,-27 6 4,0 13 526,-15 3 1,-20 4 0,-14-7 0</inkml:trace>
  <inkml:trace contextRef="#ctx0" brushRef="#br0" timeOffset="141333">30895 7830 7940,'-5'-46'-540,"-15"12"157,-25 10 678,-11-1-276,-15 3-90,5-4-99,1 13 93,5 13 167,13 1 404,15 5-559,24-6 168,40 0-3485,34 0 3389,0 0 87,-23 0 0,0 0-1,29 0-93,-2 0-179,-10 6-264,-23-5 265,-36 11 133,-8-11-52,-14 11 3471,1-5-3385,6 6-285,8 1 285,12-1 0,-4 0 0,4 0 0</inkml:trace>
  <inkml:trace contextRef="#ctx0" brushRef="#br0" timeOffset="142932">14843 9999 14606,'0'-40'-3662,"47"-5"4272,-24 22-246,44-6 499,-39 33-1076,-2 21-233,-7-1-266,12 32-123,27-33 1035,-21-8 1,2-5 365,8-14 0,-2-4-414,5 4-57,-21-8 357,-77 31-169,-17-2 1,-4 0 32,25-5 1,0-1 79,-26 0 1,14 1-522,43 0 542,13 14-1116,31 27 88,29-9 457,-21-22 0,4-6 114,-3-16 1,0-6 247,18-10-247,-31-10-1484,-56 30 1532,13-5 421,-44 24 382,43-10-264,4 8-599,20-1-841,20-1 446,29 11 216,-16-12 104,27 1 263,-31-26 6,9-20 52,0 12-1073,19 26 1445,-19 2-544,-11 11 0,0 0 0,6-7 0,13 7 0</inkml:trace>
  <inkml:trace contextRef="#ctx0" brushRef="#br0" timeOffset="144448">31026 7371 6649,'-21'-26'224,"21"-1"5,16 1 14,4 11-321,-2 4 90,25 22-70,19 4 71,-16-5 0,2 0-15,-7 0 1,-2 0 30,13 3-327,-21 0 63,-23-6 325,-14 5 65,-21-11-152,4 5 78,-8 0-86,18-4 185,6 3-206,24-10 113,24-3-31,0 4 1,3 1 11,1-1 1,-1 2-24,1 1 1,-4 2 237,0-1-455,-66-6-366,-45-1 544,25 4 0,1-1 0,-21-8 0,28 4 1</inkml:trace>
  <inkml:trace contextRef="#ctx0" brushRef="#br0" timeOffset="148431">31145 10169 6723,'39'-13'-899,"-5"0"1169,-8-6-1,-13 4 1,-7 2-360,-17 7 180,-10 6 180,-12 6 0,-7 2-180,18-1-360,4 5 0,18-11 180,6 5 180,-4-6-90,4 6-90,0 1-270,-5 12 181,11-10 358,-5 3 1,1-12 270,-3 0-360,-16 0-90,-4 6 0,0-5 90,-8 5-90,8-6 0,-22 0 0,7 0-90,-7 5-90,16 3 180,8-1 360,7-1-360,6-6 90,12 6-360,14-5-90,21 5 360,-5-6 450,2 0-450,-24 6-270,-6 1 0,-8 1 360,-6-2 450,0-6-360,-6 0 90,-13-6-180,-15 4-180,-1-4 270,-9 12-91,22-4 1,-9 4 180,11-6-450,-1 0-89,9 0 269,5 0 0,7 0 179,12 0-358,14 0-1,21 0 0,-9 0 0,2 0 135,-2 0 0,0 0 315,35 0 269,-34-6-359,-56 4-90,-33-4-135,-3 8 0,-4 2 0,12-3 0,-1 0 90,-10 4 0,3 1-45,-8 2 0,15-1-90,39 5 90,45-17-449,25 10 89,-5-8 0,0-1 90,10 4 180,-22 0 0,-1 0-359,13 7 718,-12-6 271,-15 5-90,-51-6-360,-40 0-450,-2 0-180,-3 0 540,37 0 0,40-6 0,7-1 0,24-6 0</inkml:trace>
  <inkml:trace contextRef="#ctx0" brushRef="#br0" timeOffset="149917">31000 10209 6813,'-70'13'270,"21"-6"90,43-1 269,49-6-449,25 12-90,-12-2 0,0 0-180,-16-2 0,-1 1-45,13 6 0,-1-1-134,18-6 314,-31 0 0,-1-3 44,22-11-89,-35 3 180,-35-20-360,-47 15 135,8-2 1,-6 1-91,-9 1 0,0 2 135,13 3 0,2-1-45,1-4 0,7-1 315,11 0 269,-6-10-449,24 11-90,13 3 180,30 10-180,35-3 135,-14 1 0,0 0 0,-12-3 0,0 0 0,16 1 0,-1 4-45,10 8-135,-24-4 0,0 2-675,25 16 810,-44-13 180,-34-2-90,-20-10 0,-11-4-90,-10 2 0,-1 0-135,6 1 0,0-2 135,-5-1 0,4-2-90,-12-9 89,1-8 271,16 1-720,38 1 360,33 12-45,25 5 1,11 4-1,0 1 0,4 1 104,-12 0 1,2 0 0,-1 1 165,15 1 0,-4 1-90,-8 5 0,-5 1-405,11 3-90,-28 3 270,-74-13 90,-7-5 0,-8-2-45,-14 1 1,-1 0 178,10 0 1,3 0 90,8 0 0,8 0 135,20 0 90,31-12-630,16 4-135,15 0 0,7 2 270,-7 8 0,2 2 45,17 2 0,-2 3-45,-20 0 0,-5 2 405,16 8-270,-26-12-90,-30 0-180,-38-14 90,7 0 45,-9 1 0,-6-1-180,8-2 0,-2-1-180,-25 1 1,-4-2 284,23-1 0,0-2 0,3 2 75,-5 4 0,9-2-315,9-13 180,72 19 1,27 8-161,-14-1 1,4 2 0,0-2 0,-2-1 0,-1-2-1,1 1 1,-3 3 0,1 0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47:48.3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3852 16987 19337,'6'-26'-3926,"-5"5"2735,5 8 1274,-6 7-865,-6 6 2066,-1 6-390,-1-4-30,3 4-1148,5-6 1446,0 0 191,5 0-541,26 0 452,18 0-1084,18 0-151,-26 0 0,1 0-222,4 3 0,0 0 354,-3-3 0,-2 1-185,30 5 103,-4-6-79,-11-6 219,16-1 271,-6-12-147,-25 10-441,13-8-123,-11 9 146,28-5 90,-4 0 2,-1 6-220,-19 0-428,14 7-175,-5 7 465,-6-6 214,-2 5 85,-22-6-60,-4 0-283,-3 0-450,-13 0 429,-6 0 586,23 6-314,-17-5-174,29 5 2,-26 0-1017,10-5 1153,-12 5-786,-1 0-58,6-4 983,2 4 0,6-6 1,-1 0-1</inkml:trace>
  <inkml:trace contextRef="#ctx0" brushRef="#br0" timeOffset="1102">5167 16620 11542,'45'-15'-1140,"2"-9"1424,-1 10-25,-12-1 180,3-8-82,-4 8-171,20 1-132,18 14-60,-26 3 0,2 3-89,0 0 0,1 1 78,9-3 1,2-2-17,-5-2 1,-2 0 113,-10 0 0,-1 0 77,7-1 1,-4 2-273,0 4-93,13 9-136,-29 18 71,-9-9 515,-31 13-263,-27-4 75,3-8 0,-1-1-275,-21 14 150,15-4 0,1-1-228,-8 1 364,5-5 0,-5 1 185,2-11 0,1-3 35,9-4 1,-2-1-51,-13 2 0,-1-1-123,9-4 1,0 1-17,-6 2 1,-1 0 7,4-2 1,6-3 556,2-5-438,23-1-887,17-5-714,0 6 1203,0 6-221,0-5 182,5 5 566,-3-6-220,3 0 497,-10-6-1080,3-7 501,-3-31-306,10-3 1,1-2 304,-3-11-35,3 12 1,0 1 2,-6 2-434,0 1-180,0-19 120,-6 16 198,-1 7 273,-1 13 1,-3 16 0,3 11 0</inkml:trace>
  <inkml:trace contextRef="#ctx0" brushRef="#br0" timeOffset="23584">14199 17933 16987,'-15'-7'-1661,"-2"2"1495,15 5-78,-3 0 0,10-7 0,2 0 0</inkml:trace>
  <inkml:trace contextRef="#ctx0" brushRef="#br0" timeOffset="29050">14199 17894 18606,'-28'0'-1259,"9"0"1169,13 0-180,6 0 270,6 0-90,-4 0 270,4 0 90,-6 0 0,0 0 0,-12 0-91,3 0-89,-5 0 90,3 0 90,4 0-180,-6 0-90,-6 0 90,4 0 0,-10 0 0,-1 0 270,-13 0-270,-8 0 0,12 0 0,4 0-90,23 0 269,2 0 1,6 0 0,0 0 180,12 0-450,3 0 270,17 6-453,1-5 319,7 5-195,-18-6 149,7 0 0,-20 0 270,33 0-270,-5 0-180,15 0 182,-18 0-47,-3 0 103,-11 0 32,1 0-90,3 0 0,-15 0-90,9 0 90,-5 0-360,13 0 270,13 6-71,-3-5 27,7 6-101,-3-7 145,-5 5-258,9 2 91,-28 1-362,7-3 642,-10 1-122,8-4 245,6 4-143,-7-6-363,-1 0 349,-12-6-624,10 4 1075,-14-4-1247,15 6 1068,-11 0-274,7 0 245,-1 6-598,0-4 338,0 4-165,0 0-505,0-5 1281,0 5-1011,6-6 427,2 0 1,-1 0 456,-1 0-518,-6 0 427,1 0-28,-1 0-226,0 0 227,0 0-338,0 0-180,6-6 267,2 5-105,-1-5 124,10 0-82,4 4-696,24-4 600,-2 6 72,-3-5 21,-16 3 21,-10-9-502,-1 9 231,-11-3-147,14 5-390,11 0 388,9 0 442,-8 0 0,0 0-228,10 0 163,12 0-294,-23 0-173,5 0 521,-4 0 9,10 0 270,-16 0 545,14 0-721,-25 0 91,18 0-180,-8 0-360,13 0 21,-1 5-45,-12-3 88,8 3 126,-1-5 418,7 0-449,21-5 181,-31 3-139,17-3 25,-21-2-495,5 6 339,-11-5 113,15 6-111,-15 6-134,24-5 422,-12 6-342,24-7-97,-15 0-89,10 0 382,-2 5-205,-15-3 121,15 3 156,-4-5 93,-5 0-57,-9 0 27,-2 0-180,-9 0 283,17 6-45,-5-4-52,6 3 503,-12-5-101,-3-5-72,-4 3-405,-6-4-157,4 6-10,-5 0 509,0 0-198,-7 0-72,11 0 31,-3 0-649,13 6-83,4-4 487,-16 3-340,-3-5 289,5 6-115,-14-4 216,27 4-221,-16 0 349,17-5 17,1 5-542,-3-6 591,-4 0-111,-13 0 296,-6 0-216,0 0-49,6 0 12,-4 0-69,10 0 122,-5 0-164,-5 0 90,8 0 90,-14 0-180,16 0 0,7 0 0,9 0-18,11 0 90,1 0-89,0 0-15,-13 0 0,-7 0 181,-20 0-1,-7 0-90,-6 0-71,0 0-1,6 0 90,-5 0 104,5 0-180,-6 0-1350,0 0 1260,0 6-1357,6-5 1256,-5 5-728,4-6 1189,-5 0 1709,0 0-1889,0-6-1178,0 5-360,0-5 1807,0 0-1616,6-1 1819,-4-1-2237,4 2 532,-6 6 1233,0 0 1448,0-5-1808,-6 3 924,-7-9-716,-19 3-12,-20 1 533,13 4 1,-2 0-107,-4 0 1,-3 0-235,-9 3 0,-3-1-236,-7-5 0,-3 0 279,13 4 1,-3 0 0,0-1-140,1-3 1,0-1 0,0 1 268,-2 1 0,0 1 0,0-2-136,7-2 1,0 0-1,0 0-43,0 1 0,0 0 0,-1 0-17,-8-2 0,-3 0 1,-1 1-994,6 2 1,-3 0 0,0 2 0,4-1 736,-1 0 1,2 1 0,-2 0 7,-11-1 1,-4 1-1,4 1-170,12 3 1,3-1-1,-1 1 164,-4-2 1,0 0-1,-2 0 111,-4 2 1,-2 0 0,6 0 212,-5 1 1,5-2 30,9-1 0,3-2-65,12-2 1,1-1-217,-10 0 0,0 0-72,7-3 1,1 1-143,-25 1 412,-6 8-342,15 8 2015,16-2 1,-4 1-1645,-8 0 0,-2-1 39,5-2 0,-2-1-89,-6-3 0,-2 0 20,-7 0 1,-1-2-83,2-3 0,4-1-20,17 5 0,4 1-262,-29-6 510,63 0-1503,-1 5 770,3-5-1544,-13 6 1324,-28 11 733,8-1 0,-4 1-3,-3 0 0,1-1 106,6 1 1,3-3-411,-9-2 267,31-6-3,7 6-43,29 1-239,-17 1-547,23-2 687,-27-1-1098,4-3 1056,-6 3-1256,6-5 1444,-5 0 828,5-5-404,-6 3-668,0-9-852,0 9 1197,0-3-977,-6 10 2004,-1 9-1430,-1 12-705,2 8 780,24 11 154,-2-10 341,16-3 1185,-17-13 768,-4-18-1544,-16-14-827,-14-26-38,9 8-221,-20-17 239,21 8-148,-21-14 284,13 15 0,0 1-49,-12-7-594,5 2 823,12 26 167,11 2-471,-5 1-544,6 2-328,0 12 2029,11 12-623,-8-4-820,32 29 962,-12 10-372,17 8 183,-23-13 0,-2-2-553,6-1 459,-8 21-1419,-1-32 1068,-11 0 1893,5-9-1906,-12-19 1585,-7-19-1363,-8-15-243,-5-24-909,0-9 872,5 17-281,8-10 475,7 31-28,6-5-4881,6 21 4262,13 20 716,10 13 1,5 4 0,20 14 0,-13-9 0,0-1 0</inkml:trace>
  <inkml:trace contextRef="#ctx0" brushRef="#br0" timeOffset="31268">17879 17921 14961,'-12'-28'-2872,"-7"3"2270,4 17 689,2-3-162,7 9 417,6-3-1150,12-1 1039,3 4-297,17-4 775,-10 6 66,8 0 77,3 0 57,-5 0-114,5 0 223,-20 0-612,-7 0 200,-6 0-124,0 0-212,-6 0 269,-7-11-380,-20-10-345,-7-12 65,3 7 0,-3 0-152,6 5 0,-2 0 233,-12-8 0,0 1-392,-9-1 35,-4-8 229,45 29 317,-8-4-88,23 6-953,-5 5 735,6-5-872,12 18 680,26 14 154,4-1 0,11 4 0,-5-2 193,-13-4 0,1 0-30,16 5 1,7 2 0,-16-5-4,-19-3 424,15 16-732,-26-22 871,-7 13-815,-6-20 251,0 10 178,-12-12 274,-9-1 289,-12-12-406,-6-5 1,-3-3-293,7 1 1,-3-3-22,-25-9 1,-1-1 280,27 9 1,2-1 177,-11-6 0,5-2 295,12-8-1035,-13-18-191,14 11 1,-6 8-164,2 8 291,11 18 404,8 1-366,7 6 59,12 6 449,37 19 0,9 4-123,-5-5-26,0 3 0,8 6 0,-6-3-242,11 7 97,-11-5 0,-3 1 191,-8 2-26,8-5 100,-37-16 23,4-7 264,-7-1-448,-6-6 715,-18 0-165,-39-6-530,15-3 0,-5-1-139,0 1 0,-5 0 0,2-1 142,-7-6 1,0-1 344,-8 0 0,5 1 517,4-4-412,18-5-1749,27 17-747,11-4-967,11 17 2094,27 14 0,1 3 0,17 11 0</inkml:trace>
  <inkml:trace contextRef="#ctx0" brushRef="#br0" timeOffset="37953">18353 15975 17826,'-37'-14'429,"1"-1"1,-22-8-324,58 23 687,0 0-299,6-6-981,18 5 701,23-5 441,9 6-205,8-6 220,-17 5 26,-14-11-437,-8 10-108,-6-3 344,1 5-555,7 0-66,5 0 126,2 0 172,5 0-115,-11 0-77,27-1 1,26 1 0,6 0 0,-17 1 64,-15 1 0,0 1-56,3-2 1,14-1 0,4 0 0,-6 0 0,-16 1 17,-9 2 1,-8 0-114,36-3 71,-22 6-117,-25-5 329,-1 5-451,19-6 180,17 0-36,-10 3 1,2 0 115,-8-2 1,0-1 2,7 3 0,-1 0-189,22-3 350,-13 0-240,-26 0 268,1 0-507,-14 6 173,25-5 225,24 5-131,-6-6 429,2 0-188,-8-1 1,22 0-1,7 0 1,-5-1-1,-18 1-183,-13 1 0,0-1 76,14 0 0,20-1 0,4 1 1,-13 0-1,-27 0 196,-26 1 48,32 0-212,17 0 333,0 0-235,-22-3 1,0 0-21,19 2 274,3-5-389,-8 6-88,8 0-77,-27 0 4,21 0 5,3 0-24,5 6 27,-9-3 0,1 1 45,-22 0 1,-1-1 231,8 1 0,0-2-139,20-2 48,0-6-149,-26 5-189,7 3 0,22 3 1,9 1-1,-3 0 0,-17-2-50,-9 0 1,0 0 216,7 1 1,15 2 0,4 0 0,-7 0-1,-18-4-59,9-3 110,-20 0 241,29 6-74,-35-5-81,13 5 163,-19-6-283,0 0-162,8 0-42,0 6 13,-6-5-167,14 17 60,-17-10 42,14 6 359,-1-3-123,-20-9 208,24 4 114,-19-6-364,39 0-103,-22 0-220,9 0 0,13-1 0,-12 2 0,1 5 0,14-3 0,0 1 0</inkml:trace>
  <inkml:trace contextRef="#ctx0" brushRef="#br0" timeOffset="39918">18208 15792 25395,'0'-21'-7046,"6"2"5118,13 0 2686,3 11 1128,4-10-880,-6 11 18,-7-6-1201,0-1-709,6 1 2662,-4 0-377,3 0-296,-10 6-1715,-3 1 339,-5 0-1917,-11 5 2916,-10 1 318,-18 7-564,-2 7 0,0 3 208,-3 0-498,-1 4 0,1 1 346,13-1-484,-20 24 1544,18-17-2020,7 5-86,7-15 318,11-10 320,2-2-807,6-6 902,12 0 445,-3 0-1097,10 6 578,-6-5 887,0 16-1770,0-8 817,12 4 118,20-1-726,-13-11 424,6 2 0,2 0-18,17-3 626,12 0-494,-12 6 1407,-37-4-967,-9 9-1624,-5-3-558,2 5-635,11 0 710,-4-6-153,9 5 1646,-9-5 0,9 1 0,-3-2 0</inkml:trace>
  <inkml:trace contextRef="#ctx0" brushRef="#br0" timeOffset="41620">24533 15819 25263,'-8'-15'-6607,"2"-3"3561,6 17 195,-11-11 3465,2 10 1581,-10-4-824,5-5 2887,1 8-3832,0-26-304,0 19 967,6-10-554,1 14-875,6 6-271,0 0 993,12 12 70,2 3-1268,24 11 1311,-5-7 0,4 1-401,4 0 0,1 0 586,3 1 0,-2-1-156,10 12-1223,-30-7-463,-23-10-517,-11 3 1177,-4 2-398,-5 6-88,-6 1-78,12 0-53,-5-8 433,0 0 84,-13 1 2482,-15 7-975,-13-2-90,6-4-7,-3-2 15,28-6-30,-2-6-810,18 5-164,6-5 1,7 1 0,8-2 0</inkml:trace>
  <inkml:trace contextRef="#ctx0" brushRef="#br0" timeOffset="68934">17183 2181 9062,'7'-14'1439,"-1"2"-629,-6 12-1,0 12-629,0-3 360,-6 15 539,-7 38-629,4-3-225,10 3 0,4 2-136,3-25 1,6-4-405,22 10 1,8-8 44,24-11 90,-12-27 0,1-9 180,14-14 405,-31-9 0,-4-8-46,-13 4 1,-5-2 270,-3-2 0,-4 1 269,1-19-179,-12 34-451,-6 19-988,5 18 629,-5-4-270,6 47 405,5-1 0,1 7-90,-2 2 0,1 4 195,4-2 0,2 4 0,-1-6-211,2-1 0,-1-4 240,0 1 1,-2 2 1214,-3 11 1,-6-3-991,-5-30 1,-3-1 135,-9 30 0,-4-7-450,-10-26-252,-4-18 1,-3-9-1998,-13-26-1217,-8-8 0,-1-6 2836,2-11 225,11 10 0,-2 7-2023,-15 24-361,17 4 2764,-3 5 0,44 5 1,13-5-1</inkml:trace>
  <inkml:trace contextRef="#ctx0" brushRef="#br0" timeOffset="69436">18564 3088 11221,'39'-38'3238,"2"20"-3643,5 4 0,4 5-630,-9 13 1,-1 4-900,0-4 1,-2 0 1573,17 9 360,-18-7 0,-17-12 0,-7-1 0</inkml:trace>
  <inkml:trace contextRef="#ctx0" brushRef="#br0" timeOffset="69668">18498 2589 7533,'68'11'629,"-23"-9"1,4-1-1395,14 5 1,1 0-180,-14-5 1,-2-2-1,0 1 1,-4 0 0,3 0-1</inkml:trace>
  <inkml:trace contextRef="#ctx0" brushRef="#br0" timeOffset="70317">19931 3613 7533,'-35'-19'4677,"4"-24"-3508,22 1 1,5-7-91,0-12 0,1-1-2018,-1 7 0,2-1 1119,4-16 0,2-2-135,0 3 0,-1-3-115,-3 4 0,-2-4 0,-1-2-268,1 13 1,-2-2 0,0 1 0,0 4 351,-1 1 0,-1 3 1,1 2 210,-6-24 0,4 11 134,7 21-1168,0 10-416,18 18 415,-2 25-2535,18 10 1,5 4 3344,9 4 0,-10-1 0,0 0 0,8 4 0</inkml:trace>
  <inkml:trace contextRef="#ctx0" brushRef="#br0" timeOffset="70569">19589 2944 7533,'-29'-20'6476,"23"-12"-7016,63-14 45,-22 23 1,7 3-2772,13 1 0,8 2 0,-5 3 3266,-9 5 0,-1 2 0,25-5 0,-5 1 0,-16 4 0</inkml:trace>
  <inkml:trace contextRef="#ctx0" brushRef="#br0" timeOffset="70984">20444 2825 7533,'-34'19'3688,"2"13"-3239,17-9 1260,4 37-359,11-22-631,11 21-809,4-37-180,5-12 360,11-47 630,-21-28-450,-1 13 0,-1-3-360,-7-9 0,-2 1 180,1 16 0,0 4-450,0-19-2069,6 56-989,54 20 3418,-22-7 0,3 0 0,7 3 0,0-1 0,-4-2 0,0 0 0</inkml:trace>
  <inkml:trace contextRef="#ctx0" brushRef="#br0" timeOffset="71368">21299 2680 7533,'-34'15'7375,"-5"-3"-5486,-17-6-539,-13 7-991,0 7-898,24 24-721,45 10 675,19-22 1,7-3 44,31 12 450,3-18-179,1-34 179,-24-10 90,2-29 539,-25-6 271,-33-10-180,-16 19-3689,0 21 3059,27 14 0,24 7 0,23-3 0</inkml:trace>
  <inkml:trace contextRef="#ctx0" brushRef="#br0" timeOffset="71902">21772 2746 7533,'-54'26'7286,"20"1"-5757,22-1-1529,31-5-2249,20-2 450,10-35 810,-2-20 1078,-21-25 316,-19 22 0,-2 1 674,0-18 1350,-3 11-1619,3 26 89,-5 25-179,0 14-3239,12 20 180,15 6 1710,-4-10-541,25 6 91,-7-20 449,13 4 630,-7-13-179,-21-7 1348,-8-12-90,-17 5-629,5 24-2519,6 2 2069,20 14 0,-2-26 0,14-14 0</inkml:trace>
  <inkml:trace contextRef="#ctx0" brushRef="#br0" timeOffset="73235">23980 2076 7533,'-46'25'1889,"0"15"-540,5-4 180,9 8 0,13-18-180,0 30-719,6-18 0,0 4-361,-2 10 1,2 4 0,2 3 0,7 0-405,9-5 0,9-3-225,15-5 1,8-6-361,9-4 0,3-6 585,-11-8 1,1-5-316,7-4 0,-1-7 0,10-12-405,-15-9 1,-1-8-1125,-3-5 1,-5-5 1130,10-24 0,-11 2 0,-23 28 0</inkml:trace>
  <inkml:trace contextRef="#ctx0" brushRef="#br0" timeOffset="73451">23914 2615 7533,'-20'0'5756,"7"0"-5126,36-12-720,43-8-675,-15 3 1,6 0-1305,11 0 0,3 1 1597,-6 2 1,-4 1 0,-12 3 0,-4 1 0,24-4 0</inkml:trace>
  <inkml:trace contextRef="#ctx0" brushRef="#br0" timeOffset="73818">24677 2523 7533,'-44'36'2158,"13"7"-1933,11-11 0,2 1-135,5 15 1349,7-3 180,6-19-2158,12-6-361,2-6 181,19-9 359,12-22 630,3-11-180,-21 1 0,-1-4-810,0-2 0,-1-1 90,-5-4 1,1 2 629,24-12 0,-17 17 0,-3 26 0</inkml:trace>
  <inkml:trace contextRef="#ctx0" brushRef="#br0" timeOffset="74251">25427 2562 7533,'-55'-20'6746,"-2"1"-4767,16 12-1530,-16 12-718,9 27 359,7-1-315,17 3 0,6 5-405,8 24 225,3-22 1,8-2 179,21-6 0,6-6-45,1 5 0,42-26-1709,-19-31 1170,5-22 899,-26 20 0,-3-1 1619,4-19 90,-36 28-1260,-12 50-1168,-12 13 539,15 4-3328,32-6 3418,33-27 0,0-2 0,10-7 0</inkml:trace>
  <inkml:trace contextRef="#ctx0" brushRef="#br0" timeOffset="74502">26070 2601 7533,'-61'19'4947,"4"2"-3688,11 17-989,18-9-90,3 15-1529,43 2-2339,28-10 3688,-4-17 0,2-6 0,28-13 0,-35-7 0,0 0 0</inkml:trace>
  <inkml:trace contextRef="#ctx0" brushRef="#br0" timeOffset="74867">26596 2470 7533,'-33'16'2563,"-1"0"1,-19 6-2384,4 27 44,19-21 1,1 3 225,3 10 0,1 0-315,-3-5 0,11-3-1574,34 11-1620,51-68 2204,-18 0 1,2-7 794,-13 0 0,-1-4 0,-2 1 375,1-2 0,-6 1 2473,6-14-539,-56 73-990,-22 32-989,23-20 0,5 2-1709,8 22 1439,45-28 0,10-20 0,7-12 0</inkml:trace>
  <inkml:trace contextRef="#ctx0" brushRef="#br0" timeOffset="75134">27227 2444 7533,'-51'15'6116,"9"27"-5756,17-3 0,11 4-2114,21 1 0,7-2 1484,2 6-1349,22-34 0,4-11 1619,-11-11 0,25-17 0,-23 4 0</inkml:trace>
  <inkml:trace contextRef="#ctx0" brushRef="#br0" timeOffset="75369">27700 2405 7533,'-14'-8'4227,"-9"8"-3057,-3 19-406,-6 8 1,-1 3-585,-2 11-180,4-10 0,10-1-2249,37 9-360,17-16 810,8-20 0,3-5 1799,17-4 0,-22-10 0,-4-4 0,-9 0 0</inkml:trace>
  <inkml:trace contextRef="#ctx0" brushRef="#br0" timeOffset="75800">28017 2312 7533,'-44'37'4587,"13"-12"-3868,1 8 1,-2 7 89,-1 6 1,1 0-765,4-8 0,3 0-135,-8 11 0,16-6-1799,41-21-1439,37-34 2249,-17-4 0,1-4 809,5-10 0,-2-1 360,-10 7 0,-3 2 1439,12-10 1889,-17 13-360,-22 12-3148,-2 30-270,5 19-2878,28 20 990,4-21 1168,-5-42 1,0-10 1079,0-10 0,10-28 0,-27 23 0</inkml:trace>
  <inkml:trace contextRef="#ctx0" brushRef="#br0" timeOffset="76167">28582 2352 7533,'-37'21'3822,"-1"0"1,-22 12-3823,17-8 0,3 1 720,-7 6-360,56-12-3329,46-12 1845,-6-14 0,-2 10 1573,-9 54 1,-11 11-540,7-6 81,-35-8 0,-11 17 1,-6 4-1,-1-8 1178,-3 0 1,-5-5-1,-4 2-162,2-12 1,-3 4-1,-3 0 1,1-2 0,3-5-859,-1 8 1,1-5 0,-8-8-128,-8-13 1,-8-4 0,-2-8-1,7-13-2766,-10-23 1,1-15 2743,5 9 0,-3-3 0,3-2 0,-7-9 0,6-2 0,13 3 0,1 0 0</inkml:trace>
  <inkml:trace contextRef="#ctx0" brushRef="#br0" timeOffset="76301">27372 1748 7533,'-59'-20'0,"17"12"0,-2 9 0</inkml:trace>
  <inkml:trace contextRef="#ctx0" brushRef="#br0" timeOffset="77884">17827 4362 7083,'-13'-28'2608,"-12"9"-1348,-38 43-1080,27-11 179,-3 12 1,0 4 0,-7 18 134,6 7 1,1 6-450,14-18 0,3 0-45,-5 11 0,13-5-719,39-4 719,-8-30 0,26-2 270,-4-30-180,15-33-360,-16-4 0,-4-6 270,-10 15 0,-4 0 45,1-19 0,-6 7 45,-9 22 1349,-24 28-899,2 67-361,4-16 1,4 4-135,9 4 0,10-1-270,16 3 1,10-5-1395,6-11 0,5-6 224,10 2 1,2-6 1394,-6-10 0,-3-7 0,-13-9 0,-2-4 0,27-18 0</inkml:trace>
  <inkml:trace contextRef="#ctx0" brushRef="#br0" timeOffset="78234">19129 4559 7533,'-32'0'809,"9"0"361,16 0-1170,39 0-1350,36 0 1350,-8-5 0,2-2 0,-22 4 0,-2-2 0,7-5 0,1 1 0</inkml:trace>
  <inkml:trace contextRef="#ctx0" brushRef="#br0" timeOffset="78452">19037 4218 7533,'-16'6'-150,"53"-2"0,21-1 0,-7-2 0,15-1 0,0-1 0</inkml:trace>
  <inkml:trace contextRef="#ctx0" brushRef="#br0" timeOffset="79334">20470 4362 7533,'-25'67'1281,"0"-1"1,11-15 0,1 2 0,4 2-713,2 13 1,3 4 0,3-4-600,1-17 0,2-2 0,0 1-60,-1 7 0,1 1 0,3-13-809,9-5 1348,-1-64-269,-5-23 0,-4-15-300,-3 10 0,-1-5 0,0-5-128,2-6 1,-1-7 0,1-1 0,-1 6 576,-1 5 1,0 5 0,0-1 0,-1-9 0,0 1 0,9 10-106,13 15 1,7 12-674,18 7 269,20 10 225,-30 44 0,-5 14 45,-10-10 0,-4 3 359,5 19 1,-4-1 1709,-1 14-360,-46-12-990,-14-28-629,-6-16 0,-4-5-855,13-3 1,0-2-451,-13-1 1,5-2-1664,12 1-270,18 0 3058,62-11 0,-5-4 0,24-12 0</inkml:trace>
  <inkml:trace contextRef="#ctx0" brushRef="#br0" timeOffset="79734">21193 4179 7533,'-40'43'2158,"14"-4"1,1 5-1260,6-1 1,1 0 44,1 2 1,2-4-765,3 9 450,12-31-1,18-11-359,-2-8-180,9-27 0,1-12-630,-10 0 1,-2-2-181,6-16 0,-2 0 315,-7 9 1,-3 5-1485,5-4 0,-6 17 0,11 34 1889,2-1 0,14 16 0,5-6 0</inkml:trace>
  <inkml:trace contextRef="#ctx0" brushRef="#br0" timeOffset="80252">21929 4231 7533,'-57'12'1379,"0"1"0,12-6 0,4 2-119,-4 10-451,51-13-359,29-12-1305,5 3 1,3-1-405,28-16 1169,1 6 359,-34-17 991,-54 3-181,-21 1-225,0 15 1,-4 5-405,-16 1-225,8 17 0,2 7 314,-14 24-809,23-10 1,3 3-406,14 1 0,10 0-1483,30 18 1348,10-31 1,8-7 44,7-4 0,7-5-165,0-2 1,5-4 0,-4 0 929,2-4 0,-3-1 0,11 2 0,-6-3 0,-5-8 0</inkml:trace>
  <inkml:trace contextRef="#ctx0" brushRef="#br0" timeOffset="80751">22547 4297 11041,'-63'-6'3418,"0"-7"-2924,13 8 1,-2 1-225,-20-8-720,24 23 1,3 7 449,1 19 494,19-6 1,7 3 225,16 27-630,40-15-360,19-20 90,-5-36 0,4-15-225,-6-6 0,-4-8 180,3-13 1,-4-9-76,-14 4 0,-4-5 0,-3-2-271,-6-1 0,-3-1 0,0 0 421,1-2 0,0 1 1,-3 3 958,1-11 1,-8 13 989,-12 20-630,-27 99-764,6-2 0,0 10-495,9-14 0,2 3 0,2 2-620,3 5 1,4 1 0,4-1-431,7-4 1,4-1 0,7-4-705,20 13 0,9-9 1844,-4-13 0,4-8 0,2-13 0,-1-8 0,19-1 0</inkml:trace>
  <inkml:trace contextRef="#ctx0" brushRef="#br0" timeOffset="81000">23218 4218 9242,'-27'-9'3957,"-11"16"-3237,14 20 0,1 9-541,4-1 1,2 1-675,-1 5 1,11-1-3284,44 17 1080,19-31 2698,-10-17 0,0-5 0,17-10 0,-7-8 0</inkml:trace>
  <inkml:trace contextRef="#ctx0" brushRef="#br0" timeOffset="81334">23875 4244 8432,'28'-21'3778,"-15"3"-2339,-32 10 180,-28-3-1889,-26 9 360,10-3 360,21 14 0,4 5 539,0 9-269,5 34-3598,53-9 1348,22-1-494,6-30 1,5-8 2023,-9-4 0,-2-4 0,3-6 0,-4-3 0,15-12 0</inkml:trace>
  <inkml:trace contextRef="#ctx0" brushRef="#br0" timeOffset="81635">24598 3547 7533,'-66'16'3058,"27"12"0,1 9-1889,-4 19 1,3 9-809,14-14 1,2 4-1,3 0-451,3-2 0,2 1 0,8-2-1574,7 16 0,12-5 717,8-16 1,9-8-1303,19-5 0,6-10 2249,-17-12 0,0-4 0,6-3 0,-4-4 0,-1-9 0</inkml:trace>
  <inkml:trace contextRef="#ctx0" brushRef="#br0" timeOffset="81817">24466 4087 7533,'-48'-15'4947,"16"3"-5397,20 6-359,42 5 809,9-4 0,5-2 0,22 0 0,-18 0 0,1 1 0</inkml:trace>
  <inkml:trace contextRef="#ctx0" brushRef="#br0" timeOffset="82035">25059 4060 7533,'-33'44'5307,"-7"4"-4813,12-10 1,-2 1-585,-1 2 0,1-1-540,4-8 1,3-1-810,-2 12 1439,91-48 0,-31-12 0,8 1 0,-1 0 0</inkml:trace>
  <inkml:trace contextRef="#ctx0" brushRef="#br0" timeOffset="82434">25623 4204 7533,'-60'-7'4767,"-9"1"-4677,23 8 0,1 2 764,5 2 1,1 1 314,-27 8-1079,43 10-90,48-5 270,16 6-450,-1-11 0,3-3 180,11 2-945,-7-5 1,-4-6-135,-10-15 359,10-20 450,-47-16 270,-12-18-1349,-6 13-1619,22-5 2968,10 30 0,21-3 0,-11 18 0</inkml:trace>
  <inkml:trace contextRef="#ctx0" brushRef="#br0" timeOffset="82800">26254 4073 7533,'-31'29'1499,"0"-1"0,2 0 0,1 0-1274,-1 2 0,4 0-135,0 9-630,61-32-1754,8-25 1,4-8 1708,2 7 0,1-3 1214,-6 0 1,1-3 0,-4 4 449,-5 5 1,-4 4 1439,30 5-1350,-30 27-539,-19 15-271,9 34-89,-14-18-2969,-2-12 1,-1-2 2698,0 0 0,-6-1 0,0-23 0</inkml:trace>
  <inkml:trace contextRef="#ctx0" brushRef="#br0" timeOffset="82951">25742 3692 7533,'28'-35'0,"-3"4"0</inkml:trace>
  <inkml:trace contextRef="#ctx0" brushRef="#br0" timeOffset="83168">23415 3206 7533,'37'-10'0,"0"0"0,33-9 0</inkml:trace>
  <inkml:trace contextRef="#ctx0" brushRef="#br0" timeOffset="87884">14528 17632 22263,'-8'-15'-6937,"2"3"4686,6 6 1166,0 5 922,0-11 0,0 10 1,0-4-1</inkml:trace>
  <inkml:trace contextRef="#ctx0" brushRef="#br0" timeOffset="90918">13988 17644 23792,'-14'-33'-8489,"2"6"6154,24 8 3026,3 6 454,11 6 725,-12-5-915,-2 11 7,-12-5-2810,6 6 3633,-5 0-17,23 0-929,-20 0-457,20 6-975,-17 1-358,0 12-1159,-2 2 1779,-5-1-1337,0-7 89,0-7 91,0-6 1488,0 0 460,6 0 792,8 0 576,6 6-181,1-5 269,3 6-442,-3-7 374,-1-7-1484,-6 0-397,-9 0-1128,-5 1-597,0 6 2381,0 0-151,-29 0 82,-7 0-374,-24 0-634,19 0 486,10 0 410,7 0 1316,1 0-1578,-3 0 90,13 0-270,7 0-450,6 0 450,29 6-384,8 1 74,28 0 232,-4 0-167,-9 4-173,-12-2-11,-15 10-250,-11-12 251,-3-1 110,-9-6 807,4 0 40,-6 0-374,-6-6-900,4 5-168,-21-11 1059,-5 10 378,-18-4-22,11 6-502,10 0 359,19-5-1347,0-3 908,5-5-687,12 0 465,17 6 169,30 1 304,-8 12-346,13-5 500,-28 11 528,-8-11 480,-10 6 263,-15-7-940,4 0-799,-6 0 83,-6 5-105,-2-3 847,-17 3 246,-14-10-877,-27-9 158,9 6-349,6-4-571,20 12 82,23 0 878,-4 0-446,12 0 214,0 0 740,35-6-25,-3 5-953,5 0 1,2 2 270,11 6-448,7 6-130,-35-6 487,-5 0-296,-17-7 607,-17 0-427,-40 0 200,20 2 0,-3 1-91,-22-2 1,0 0 194,-10 4 112,29-4 0,7-2 666,14 1-769,26 0-156,26-5 204,35-3-74,-21 1-26,10-5-61,-44 11 88,8-5 128,-18 6-259,0 0-90,-6 0-24,-13 12-7,-15 2-13,-1 1 10,-3 2-15,24-15 416,2 4-91,12-6-635,6 0 359,13 0-54,20 0-60,-8 0-93,11 0-315,-27 6-227,-2 1 79,-8 17-1065,-5-13 337,-5 18 284,-2-26 1351,-1 14-1236,3-15 1452,5 4-1352,0-6 2102,0 0 891,-6-12-1838,-7 3 316,-14-10-1672,0 12 1893,1 1-1486,6 6 2182,7 0-1849,6 0 0,1 0 2132,6 12-2268,23-9 1623,12 8-681,14-11 424,-10-6-108,-20-1-317,-14-6-1512,-10 6-155,3 1 704,-3 0-340,5 4-600,-6-3-244,-1 5-139,-12 0 766,4 12 1251,2-4 1,1 17 0,4-4 0</inkml:trace>
  <inkml:trace contextRef="#ctx0" brushRef="#br0" timeOffset="97019">15105 17526 23899,'0'-15'-9344,"0"3"6199,6 12 6200,-10 0-1114,3 0-647,-6 0-280,1 0-51,0 0-873,5 0 2336,-5 0 90,-6 0-2426,3 0-180,-16 7 178,16-6 140,-3 5-320,12 0-2065,0-5-358,0 5 89,0-6 2426,0 12-2067,-5-4 834,-2 6-163,-6-9 1503,-1-5 2409,7 0-180,-5 0 90,11 0-2247,-5 0 2427,12 0-1191,7 0-67,2 0-1182,4 0-166,-6 0-180,6 6-392,7 2 118,2-1 45,-2 5-415,-7-11 676,-11 5-1121,-2-6 1269,-1 0 0,-3 0 1022,33 0-479,-11-6 160,34-1 468,-35-1-1237,6 2 1491,-27 6-1695,9 0 270,-9 0 0,3 0 90,1 0-24,13 0 37,15 0-70,-5 0-368,7 0 246,-15 0 89,11 0 179,8 0-269,1 0 90,10 0-179,-28 0-1,7 0 0,-29 6-2513,5-4 2203,-6 4-1936,6-6 2696,-5 0-90,4 6-1756,-5-5-850,0 5-90,0-6 4760,0 0-945,-17 0 1396,7 0-2515,-21 0-90,16 0 1216,-15 0 940,8 0 90,-10 6-2214,-12-5-57,13 5 223,-18 0-47,27-5-107,3 6-279,7-7 235,5 0-90,-6 0-121,-1 0 56,-4 5-60,-3-3-432,6 3 63,3-5 369,12 6-2301,0-4 990,18 3 1283,10-5 243,42 0-163,-17 0-106,1 3 0,1 0-221,18 5 274,-17 1 0,-2 1 2122,15-2 546,-12 4-2330,-37-12-212,-9 0 450,-11 0 1484,0 0-2525,-5-6-1542,-43-13 1380,-10-3 387,7 9 1,-2 0 290,9 3 1,0 1-6,-3 2 0,3 1-187,-5-1-16,6 1-156,30 6 2194,0 0-571,6 0-570,1 0 375,6 0-289,0 0 466,0-6-3759,12 4 2482,38-15-356,14 14 271,-12-3 0,0 1 581,12 5-385,3 0 180,-16 5-220,-19-3 2290,10 3-3130,-28-5 358,-7 0 283,-1 0-325,-6 0-425,0 0 769,-6 6 0,-1 2 1,-7 5-1</inkml:trace>
  <inkml:trace contextRef="#ctx0" brushRef="#br0" timeOffset="120452">8099 16054 18270,'7'-14'1435,"-2"3"-747,-5 5-1763,0-2 592,6-5 1287,-4 0-813,4 6 862,-6 0-1227,-6 14 1104,-1-6-434,-1 11 820,-3-11-668,9 5-875,-4-6 406,6 0-701,0 6 1057,-6-5-210,5 5-594,-11-18-1353,11-20 1096,1-16 59,7-18 473,12 1 263,-4-7 434,4 5-802,-12 19 473,-1 0 762,0 14-916,1-7 182,12-4 448,-5 11-154,6 2 64,-13 12-361,-1 1-38,0 12 972,-5-5-1080,5 10 585,-6-3-1386,0 5 482,0 0-304,0-6-255,0 4-126,0-3-88,0 5-266,0 0-392,6 5 240,1 9 1140,0 0 1,5 5 0,-5-6 0</inkml:trace>
  <inkml:trace contextRef="#ctx0" brushRef="#br0" timeOffset="121918">7783 15385 18082,'35'-36'7625,"-4"6"-6661,-24 17-1813,-1 5 648,-6 3-1095,0 5 1018,0 0 587,6-6 616,1-13-1722,6-9 38,6-17 446,-4 4-434,15 2 1993,-19 12-1951,23 14 1085,-29 7-836,24 6 412,-8 6-360,12 7-223,1 8-330,4 11-634,-5 1 293,7 7-623,-12-13 486,2 4 95,-3 1 252,0-2 330,5 7 235,1-10 627,-6-13 691,-1 4-482,-12-17 735,-3 5-589,-9 0 140,4-5 718,-6 6-604,-6-7 897,-19 11 475,-33 4-662,-12 5-1226,24-13 0,1-1 823,-10 5 305,-13-3-898,26 5 738,-11 0-298,14-6-1301,19-1 755,2-6-622,5-6-1171,-25 5 433,-10 7 883,0 3 315,15 4 442,22-7-386,11-6-2120,0 0 825,0 5 1059,41 20 1,-14-13-1,36 12 1</inkml:trace>
  <inkml:trace contextRef="#ctx0" brushRef="#br0" timeOffset="277586">14054 16528 15781,'25'-21'-1052,"-15"8"182,8 13 1013,-36 13 239,2 2-299,-10 4-82,12-12 358,8-2 193,6-5-177,-5 0 184,-14 0-199,-14 7-43,-3 0 435,-7 0-378,20-1 45,-7-6-161,15-6-473,2 5 33,-4-5 98,-4 6 111,-24 12 283,-9-3-47,0 9-15,8 2-27,9 0 234,15 6-452,-9 0 143,16 12-685,2-8-151,8 37-41,5-22-297,0 19 55,0-24 430,0 3-750,11-14 235,9 15 650,20-16 109,0-2 1046,24-18 266,-3-27-547,-26 5 0,3-2-159,15-6 0,0-1-162,-7 8 1,1 3 1,15-2 1,-2 3 536,-20 3 1,-4 3-128,15-3 941,-27-9-478,-23-4-1621,5-18-248,0-14-876,7-12 938,-4 15 209,2 0-209,-11 7-356,0 12 638,6-30 795,-4 36 85,4-24-188,-12 22-167,-19-13-974,-22 13 890,9 2 152,-2 19 1,-3 5 630,-10-5 131,-20 6-238,17 0 37,28 0 190,-9 6-139,-2 7-413,3 6 0,-6 5-60,-21 8 0,-4 4-58,24-10 1,1 2-1,0-1-36,-22 13 0,4-1-56,18-9 0,8-1-3493,1 16 3280,13-18-148,15 4-629,10-5 201,20 14-245,4 12-111,5-15 227,8 11 3547,-1-15-3048,25 3 438,-29-16 0,-1-2 215,25 2 163,2-7 194,-10-1-403,-5-11 216,9 5 325,-28-6-328,25 0-65,-29 0-209,48-11 286,-22-4-83,3-5 482,-11-5-572,-17-2-237,8-6-357,-1-7-69,-6 18 144,-14-7-240,-2 9 169,-15-31-633,2-22 25,-5 15 117,1-10 35,1 29 29,-9-8-263,-23 0 525,12 20 54,-23 3 741,-3 11 201,-1-1-182,13 7 0,2 1 224,7 0-158,-17 6 183,19 6 296,-7 7 28,-27 13-349,7 19-402,18-18 1,1 0-114,4 3 1,4 0-71,-17 23 159,18-20-369,14-2-396,1-11-334,11 30-924,13 0 174,15 16 553,11-33 1,7-3 358,-4-4 0,2-3 298,1-2 0,0-3 0,25 7 0,-30-12 1</inkml:trace>
  <inkml:trace contextRef="#ctx0" brushRef="#br0" timeOffset="279434">2326 13650 7533,'-20'-19'2968,"2"-1"-2518,4-30-180,7-17 494,4 5 1,0-10-226,0 15 1,0-6 0,0-1-1,0 4-1378,2-2 1,1 2 0,-2-8 1182,0 8 1,-2-7 0,-1-4 0,1-4 0,0-2 0,0-2-36,2 12 1,0-2 0,0-3 0,0-1 0,1-1 0,-1-2 0,1 1 0,0 0-1,0 0-516,-1 7 1,1 0-1,0-1 1,0 1-1,1-1 1,-1-1-1,0 1 1,0-2-1,0 0 1,1 0 206,-1 0 0,0 0 0,1 0 0,-1-1 0,0-1 0,1 0 0,-1 0 0,1-1 0,0-1 0,0 0 0,1-1 69,0 4 0,0-1 0,1-1 0,0-1 1,0-1-1,1 0 0,-1 0 0,0 0 0,1 1 1,-1 1-1,0 0 0,-1 2 0,0 2-367,0-2 0,-1 3 1,0 2-1,1 0 1,-2 1-1,1 0 0,0 0 1,-1-1-1,1-1 1,-1-2-1,1-3 124,0 4 1,0-2-1,-1-3 1,1-1-1,0-2 1,0 0-1,0-1 1,-1 1 0,1 1-1,-1 1 1,0 2-1,0 2 1,-1 3-1,0 3-60,-1-16 1,0 2 0,-1 3 0,0 3-1,0 1 1,-1 3 0,-1 1 0,0 2 38,-1-6 0,0 0 0,-1 2 0,-1 4 0,0 7 1,-2 8-256,-6-15 0,-7 17-1564,-9 19 1,-2 9 2013,1 8 0,-14 20 0,34 14 0</inkml:trace>
  <inkml:trace contextRef="#ctx0" brushRef="#br0" timeOffset="280368">1012 7870 7533,'17'-61'1039,"0"1"0,0-1 1,1 1-1,1-3 1,2-6-1,2-2 0,0-1 1,-1 2-1,-1 5-1576,-3 5 1,-1 4 0,0 1 0,0-2 0,3-3 626,-1 1 0,3-6 0,1-3 0,0 1 0,0 2 0,-2 5 0,-2 7 89,5-8 1,-2 9 0,2-4-90,5-6 0,2-6 0,1 1 0,-3 6-90,-3 6 0,-3 4 0,3-1-68,0 2 1,2-2 0,1 0-1,-3 6 263,10-9 0,-3 4-375,0-12 1,3 18 628,33 52-269,-41 28-90,-16 8 0,-4 16 0,-2 5 0,-1-5-27,0-2 0,-1-2 0,0 4-63,-1-1 0,0 4 0,2 0 0,3-4-1230,10 9 1,5-3 0,-2-7 734,-5-5 1,4-5-811,22 1 1,7-6 1304,-6-9 0,-1-3 0,-8-7 0,1 1 0,8 10 0,0 0 0</inkml:trace>
  <inkml:trace contextRef="#ctx0" brushRef="#br0" timeOffset="288270">4206 13611 7533,'-5'-21'-1170,"-2"8"1710,-12 7 180,-2 6-91,-5 6-449,-18 7-90,-27 2-45,20-1 0,-5 3 105,4-2 0,-4 2 0,2 1 75,-8 8 0,1 0 14,13-6 1,-2 0 0,5-2 300,6 0 0,4-4-361,-25 5-988,28 12 629,20 4 315,15 24 0,6 5-135,-1 0 90,4-7 0,3 10 0,1-11-90,15 5 239,-6-20 1,6 4 0,5-9-105,20-10 0,7-8-534,-4 0 0,4-1 0,1-2 369,0-5 0,1-2 0,2 0-128,-11-1 1,3 0 0,-2 0 0,-4-1 606,14 2 1,-4-2-360,-3 2 0,-9-10 719,-15-41-719,-27-25-90,-7 2 0,-4-4-90,-4 13 1,-3 0-46,0-5 0,-2 3-45,-1 16 0,-1 3 225,-5 3 0,-3 1 0,-3-4 0,-5 1 553,-14 1 1,-5 3-419,1-2 0,-1 2-180,0 6 0,-3 4-765,-19 8 0,2 6 586,1 1 44,1 19 0,1 7 45,1 12 299,14-7 1,-8 4 0,3-2 60,1 0 0,0 0-270,5 1 0,-2 2 0,7-1-45,8-3 0,6 3 0,2 5 0,5 4-270,4 4 1,4 3 44,0 7 0,4 3-1426,6 0 0,3-2 1786,1-10 0,3-3 90,7 2 0,7-3-136,12-4 1,7-2 405,9 6 0,7-1-240,-3-11 0,5-3 0,2-4-73,2-5 0,1-5 0,1-2-137,6-4 0,1-3 0,0-3 30,1-6 0,-1-3 0,-2-3-90,-7 0 0,-3-2 0,-3-2 375,17-14 0,-11-7 161,-22-3 0,-12-6-431,-14-2 0,-12-4-90,-15-8 0,-10 1-315,-5 3 0,-8 3 180,9 17 0,-4 2 1,-1 4-721,-21-5 1,-2 8-91,4 7 1,-3 7 989,-6 9 0,2 8 0,22 4 0,3 3 0,-2 2 0,0 0 0</inkml:trace>
  <inkml:trace contextRef="#ctx0" brushRef="#br0" timeOffset="291384">2932 6175 8072,'-4'27'900,"6"-7"-450,-19 22-360,15-23-180,-4 18 180,6-7 359,0 11-269,0-4 450,0-7 89,-6-41-179,5-29-90,-11-9-46,8 4 1,1-4-270,0-4 0,-1 0 90,-2-2 0,0-1-166,5-6 1,1 3 165,-4 20 0,1 3-45,10-34-192,1 10 0,2-2 57,-1 13 0,-1-2-135,-1-5 0,0-4 0,-2 5 0,-4 11 0,-2 2 45,-7-12 0,-3 5-404,-6 5 224,7 6 0,2 1-45,1 0 180,7-6 0,0 1 180,0 13 592,0-31-1042,0 51 33,0-8-483,0 15 720,7-10-1079,-6 11 899,5-5-1349,-6 6 1619,0 6 0,-6 30 0,-2 14 0</inkml:trace>
  <inkml:trace contextRef="#ctx0" brushRef="#br0" timeOffset="292018">2616 5374 9422,'0'-41'1529,"2"0"0,2-2-1349,3-13 0,5-6 0,1-6-46,-2 10 1,0 1-90,3-8 0,-2 1-90,-4 12 0,-3 5 225,1-16-1079,0 43 539,-4 8-360,21 18 720,-1 1 90,12 12 540,9 19-360,-22-6 0,-1 8 89,7 23 1,-2 3-867,-6-22 1,-2-1 416,0 19 0,2-5-900,19-8-1438,16-1-3237,-10-16 5665,-13-14 0,-38-5 0,-14 7 0</inkml:trace>
  <inkml:trace contextRef="#ctx0" brushRef="#br0" timeOffset="332219">13962 14885 5824,'6'-20'629,"1"1"-449,0 12 90,-1 1-90,-6 6 899,0 0-989,-6 0-90,-7 0 270,-7-6 90,-12-1-90,-2-7 0,-17 1 359,3 0-269,-10 6-810,22 1 180,-6 12 360,14-5 720,6 5-450,40-12-360,8 5-450,18 1 0,4 6-89,18 20 449,-4-3 0,2 1 45,-29-9 0,-2 0 90,6 4 0,3-3 45,17-13 0,1-4-225,-18 4 0,0 0 135,20-2 0,-2-2 0,7-5-360,-27 4 540,-11-4 360,-16 6-1,-45-6-269,-24-1-360,13 1 0,-4-1-135,1 3 0,-1 1 315,-7 0 0,3 0 90,-14 3 0,0 6-180,54 1 270,23 0-90,48-7-270,-6-7-45,-7 4 0,2-1-45,20-2-45,-28 9 0,0 0-224,18-1 449,-28 3 539,-43-5-449,-33 0-90,-18-11 0,23 6 0,1 1 0,-9-9 180,12 1 180,28 11-360,8-5 360,31 0-270,-12 4-180,23-9-180,-15 3 270,-5 1 0,3 31 0,-24 0 0,-3 27 0</inkml:trace>
  <inkml:trace contextRef="#ctx0" brushRef="#br0" timeOffset="341001">12516 13716 7533,'-21'-22'-360,"2"10"0,7 20 0</inkml:trace>
  <inkml:trace contextRef="#ctx0" brushRef="#br0" timeOffset="344136">11990 13663 6094,'7'-42'719,"-1"6"-809,-6 22 180,0 7 180,0-5 0,0 5-180,0 0 0,0 1-180,-6 6-90,-7 6 540,4-5 179,-8 5-539,15-6 90,-3 0-450,5 6 360,0-5 180,0 5-180,0-6 1350,0 0-811,-6 0-809,5 0 181,-17 0-1,9-6 90,-16-1 179,16-6-808,-3 6 449,24 1 0,20 18 90,17-4 0,22-1 720,-15-14-91,-17-1-628,-39-10-1,-10 16-90,-32-4 90,-5 12 0,-9-4 135,18-4 0,0-2 225,-5-4 89,-1-6-1168,54 9 449,42 5 225,-14 0 0,2 0 90,3 0 0,0 0 45,21 0 90,-24 0-90,-20 0 270,4 0-90,2 5 90,-9-3 449,13 4-449,-29-6-90,5 0-270,-18 0-270,-2 0-179,-18 11 449,10-8 180,-3 9-180,17-12 360,43 0-180,28-6-46,-24 3 1,0-1-404,25-9 718,-39 5 181,-25 3-810,-19 5 360,-3 0-180,-16 0 0,-2-6-179,17 4-1,-6 2-90,22 7-180,-1 18 180,3-3 360,5-1 0,5-10 270,-3-11 180,27 0-180,-6-6-270,17-1 0,-2-6 90,-22 6 270,7-5-360,-21 5 359,-8-13-269,-14 0 0,-26-12-90,-19-1-180,20 5 90,-21 3-89,42 18 179,-8 1-360,13 6 270,12 0-180,-5 17-180,10 5 270,-4 6 450,30-9-180,11-7 90,31-5-90,-16 6-180,-7 0 270,-29-5-180,-9-2 719,-10-6-988,-44 11-451,-4 2 0,-10 1 330,10-3 1,-4 1-1,1-1 56,3 1 1,1-1-1,0 0 1,-20 2-1,6-1 1,27-6-1,-1 1 1</inkml:trace>
  <inkml:trace contextRef="#ctx0" brushRef="#br0" timeOffset="345920">3484 13309 6183,'-13'-15'900,"0"3"-630,5 7 269,3 3-89,5-10-630,17 11 90,-1-5 90,57-6 180,-7-2 0,-13 1 0,4 0-225,-6 2 0,-3 1-135,10-3-90,-11 7 540,-59 24-90,-26-2-270,-17 16 90,13-19 0,-1 0 90,2 5 0,2 2-45,0-2 0,5-1 495,-7 11-91,17-11-628,24-17-181,30-12 450,6 9-135,0 1 0,6-1 135,15-2 0,1-1 89,-13 0 1,-1-2 135,4-2 0,-7-2-315,-10-7-899,-49 25 539,-28 14 90,-23 3 405,10-8 0,-2 0-135,20-7 0,0-1 135,-9 2 0,5 0 764,6-1-809,20-2-90,14-12 270,5-7-450,0 4-2069,11-3 1080,27 6 1169,29 5 0,-9-5 0,4 6 0</inkml:trace>
  <inkml:trace contextRef="#ctx0" brushRef="#br0" timeOffset="358835">8217 13374 0,'39'-39'0,"1"0"0,-7 6 0,-1 0 0</inkml:trace>
  <inkml:trace contextRef="#ctx0" brushRef="#br0" timeOffset="359635">8428 13204 0,'-33'-19'690,"11"4"2021,-3-4-2531,6 0 1589,11 4-2039,-10-15 950,16 8-410,-4-4 3661,12 7-3481,-4 11-270,4 2-90,-6 6-540,0 0 1530,0 24-991,12 16 1,-9-1-180,20 15 720,-14-38-1260,33 38 451,-46-110 448,11 10-224,-15-1 0,-6-4 45,-2 3 0,3 5 270,10 8 90,-8 8-180,11 9-360,-6 24 180,-8 60-180,5-16 0,2 13 0,2-1 90,5-14-180,0 17-180,0-50 360,0-2 360,0-7-360,0-6-720,-11-12-1079,-16 3 1799,-13 3 0,-7 12 0,2 15 0</inkml:trace>
  <inkml:trace contextRef="#ctx0" brushRef="#br0" timeOffset="360953">8203 13046 7803,'-26'-21'1349,"6"3"-1169,7 10 269,7 2-89,6 6 270,-6 0-180,5-5 179,-17-9-269,9 6 180,-21-16-1,-10 10 46,3-2 0,-3 0-495,-1 2 0,-1 0-45,-7-4 0,0-2 179,3 1 1,1-2 180,4 1 0,2 0-90,-1-1 0,1 2-271,3 5 1,0 2 225,-30-13-315,31 12 0,-1 0 225,-3-1 0,-1 0-90,3 0 0,0 2-135,-2 1 0,0 3 225,-27-5-180,18-1 90,-13-4 450,-5-9-540,21 11 0,-3-1-180,-12-3 0,1 0 225,19 6 0,1 1-135,-3 0 0,-1 1 315,6-3 0,-1-1-225,-6-3 0,-3-3-210,4-2 0,-2-3 0,3 1-171,-1 0 0,1-1 201,-10-17 0,1-2-90,5 11 0,0 1-60,-5-8 1,-2-4-481,0 7 1,-3-3 0,7-2-151,17 5 1,5-2-1,1-2 819,-6-6 1,1-2-1,8 0 1,12-16 0,11 1-1,3 5 1,1-1 0</inkml:trace>
  <inkml:trace contextRef="#ctx0" brushRef="#br0" timeOffset="381684">19378 17802 21132,'-33'-20'-1974,"1"0"944,-24 13 1280,20 3 0,-2 2-1,-12 4 0,-1 2 276,0 0 1,3-1-59,-14 5-495,43-2 565,35-6-43,12 0 251,-9 0-327,-7 0 34,59 0-270,-18 0-451,-5-1 0,13-1 0,6 0 0,-2 1 167,-4 0 1,1 1 0,1 0-1,2-1-192,1 1 0,1-2 0,3 1 0,0 0 0,1 0 312,2 0 1,1 0 0,0 0 0,0-1 0,-2 1 2,-7-2 0,0 1 1,-1-1-1,-2 0 1,0 1 46,6-1 0,-2 1 1,-1 0-1,0 0-3,1-1 0,1 1 1,-2 0-1,-4 3-147,-5 3 1,-4 3-1,3 1-126,0 1 1,2 1 0,1 0 0,-1 0 141,12 3 1,-2-1 0,1 0-5,3 0 0,0-1 0,2-2 194,-10-4 0,3-2 1,-1-1-1,-8-1-1034,8 0 0,0-2 548,-6 0 1,6 0 0,2-1 0,-5 1-198,-4-2 0,-3 1 0,3-1 104,-2 2 1,5-1 0,-2 0 0,-3 0 773,0 0 0,-4 0 1,-5 1-213,2 0 0,-10 2 860,-16-1-1147,-29 0 2260,-1 5-783,-6 2 1759,-24 1-746,-23-8-2118,10-5 1,-13-4 0,-4 0 0,8 1-743,9 1 1,4 2 0,-8-2 500,-1 1 0,-9-2 0,-5 1 0,-2-1 0,0 1 0,3 1-661,5 0 0,2 1 0,-1 1 1,1 0-1,-2 0 0,-2 0 590,3 1 0,-2 0 0,-1-1 1,-1 1-1,-1 1 0,0-1 1,-2-1 73,3 1 0,-4 0 0,-1 0 0,0 0 0,1-1 0,2 1 0,3 0 0,5 1 131,-20-2 0,9 1 0,1 0 0,-3 0 18,6 1 1,-2 1 0,-1 0 0,3 0-1,5-1-87,-14-4 0,5 0 0,2 0 314,7 3 0,1 0 0,1 0 49,-3-1 1,1 0 0,14-1-761,10 0 165,44 5 420,15 0 1318,7-7-1711,9 6 278,-9-11-460,17 11 414,9-2 0,21 0 0,6-1 1,-4 2 260,-14 2 0,-3 1 1,3 1-1,9-1-256,-14 0 0,6 0 0,5 1 0,3-1 1,3 0-1,0 1 0,-1-1 0,-3 1 0,-2 1-172,6 0 0,-3 0 1,-1 1-1,0 0 1,0 0-1,1 1 1,3-1 126,-9 1 1,2-1-1,1 1 1,1 1 0,0-1-1,0 0 1,-2 1 0,-1-1-1,-2 0 53,4 0 0,-2 0 0,-1-1 0,-2 1 0,0 0 0,1 0 0,0 1-70,3 0 0,1 0 0,1 1 1,-1-1-1,-2 1 0,-2-1 1,-4-1-49,15 2 1,-6-2-1,-2 0 1,3 0 105,-7 0 1,3 0-1,0 0 1,-5 0-1,-8 0-106,14 2 0,-9-1-633,-4 0 0,-12 1 463,-24 1-515,-19 3-549,-31-9 4053,-34 3-2460,3-11 0,-12-6 1,4 1-929,-2 5 0,-2-1 710,12-3 0,-6-2 0,-5-1 0,-6 0-149,19 5 1,-4 0 0,-4 0 0,-2 0-1,-1 0 1,0 0 0,4 1 0,3-1 15,-3 0 1,6 0 0,1 0 0,-1 0 0,-5 0 0,-8 0 27,13 2 0,-6 0 0,-5 0 0,-4 0 0,-4-1 0,-1 1 0,0 0 0,-1 0 0,2 0 0,3 1 0,2 0 0,6 0 0,5 1 265,-10 0 1,7 0 0,4 0-1,1 1 1,1 1 0,-4-1 0,-5 1-251,3 0 1,-5 1-1,-3-1 1,-3 1-1,0 0 1,1 1-1,2 0 1,3 0 0,5 0-1,7 1-46,-10 1 0,8 0 1,4 1-1,2 1 1,-2 0 10,-17 1 0,-1 2 0,4 0 0,13 0-52,7 0 0,9 1-187,-23 4 1383,51-12-501,14 0-212,47-3 0,28-1-390,-32 1 1,5-1-140,5 2 0,10 0 0,7 0 0,3 1 0,0 1 238,-11 0 0,2 0 0,2 1 0,1 0 1,0 0-1,0 0 0,-1 1-337,7-1 1,-1 1 0,-1 0 0,3 0 0,3 1 0,7 1 262,-19-1 0,5 1 0,3 0 1,4 1-1,2 0 0,0 0 0,1 0 1,-1 0-1,-1 0 0,-3 0 0,-3 0 1,-5 0 20,14 0 0,-6 1 0,-3-1 0,-2 0 0,2 1 0,3-1 0,6 2-54,-14-2 0,5 1 1,3 0-1,3 1 0,1-1 1,1 1-1,0 0 0,-1-1 1,-3 1-1,-2-1 1,-4 0-1,-6-1 5,18 2 0,-7-1 0,-5-1 0,0 1 0,2 0 0,6 1 3,-13-1 0,4 0 0,3 1 1,2 1-1,1-1 0,-1 1 0,-3-1 1,-2 0-1,-6-1 0,-5-1 119,19 3 0,-9-2 0,-3 0 1,5 1 93,13 0 1,14 0 0,-3 0-1,-23 1 1,-42-1-457,-35-1 15,-28-5 1,-25-7 0,-13-1 0,1 1-202,7 4 0,-3 0 0,-3 1 1,-3-1-1,-4-1 383,12 0 0,-5-1 0,-3 0 0,-2-1 0,1 1 0,1-1 0,5 2 0,4 0 0,-4 2 0,5 0 0,3 1 0,1 0 0,-3 0 0,-2-1 0,-1 0 0,0 0 0,0 0 0,1 0 0</inkml:trace>
  <inkml:trace contextRef="#ctx0" brushRef="#br0" timeOffset="387135">29436 9460 7533,'0'-40'4137,"17"-5"-3237,-7-1-1,15-1-719,-17 13 2249,-2 10-180,-6 16-720,-6 14-1080,-7 20 91,-13 27-135,5-2 0,2 6-360,5-2 0,5 2-180,5 14 0,14-4 90,16-19 0,14-9 45,15-7 0,9-13-45,6-18 0,2-13 0,-1-6 0,-3-7 180,-9-8 0,-7-7-90,-12-1 0,-7-3-90,-8-1 0,-5-2 0,-7-2 0,-7-1 45,-7 5 0,-4 2 1079,-4-16-1079,-16 51 0,-1 73 225,13-1 0,4 10-495,3-7 0,2 4 0,1 3-203,1-12 0,0 1 0,2 1 0,0 0 518,0-1 0,2 0 0,0-1 0,-1-3-105,1-1 0,-2-2 0,-2-1 569,-4 3 1,-2-1 0,-1-9 29,-3 3-823,-27-50 0,-27-17 0,-9-10 0,5-2 1,21 6-1,3-11 0,-13-8 0,-1-1 0,1 1 1,-1 0-1</inkml:trace>
  <inkml:trace contextRef="#ctx0" brushRef="#br0" timeOffset="387367">30580 10104 7533,'-29'-21'7375,"17"8"-5935,44 19-1081,28 3 91,9 10-1350,-26-14 1,3-3-1395,3-1 1,0-2 2293,-6-2 0,-1-1 0,-2-2 0,-3-1 0,6-7 0</inkml:trace>
  <inkml:trace contextRef="#ctx0" brushRef="#br0" timeOffset="387669">30922 9828 5368,'50'-2'29,"-1"1"1,-17-8 0,21 13 0,0 0 0,-1 0 0</inkml:trace>
  <inkml:trace contextRef="#ctx0" brushRef="#br0" timeOffset="387952">32197 9381 7533,'-45'-33'5217,"-20"24"-4768,18 22 1,-3 12 100,2 6 1,-2 9-1,3 6-33,9-3 0,2 6 1,3 4-1,1 0-180,0 5 0,1 3 1,5 1-1,9-1-472,8-2 0,6 2 0,7-2 1,8-4 44,16 11 0,13-5 0,10-11 210,11-16 0,9-12 0,-1-4-90,-13-4 0,-2-3 0,2-10 209,8-12 1,0-10 0,-7-8 218,-16-4 1,-6-6-1,-4-6-548,-5-1 0,-1-7 0,-4-2 0,-5-1-787,-4-3 0,-5-2 0,-4 0 1,-2 3 603,-3-9 0,-5 3 0,-9 3-1167,-15 3 1,-10 3 0,-1 11 1439,-2 12 0,-1 7 0,0-3 0,1 3 0,-18-5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50:32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16197 16935 7623,'-21'14'1079,"9"-2"-1259,6-12-90,6 0 1170,0 0-900,0 6-360,0-5-450,0 6-179,0-14 989,6 6 0,-5-11 0,5 5 0</inkml:trace>
  <inkml:trace contextRef="#ctx0" brushRef="#br0" timeOffset="2100">16617 16961 8522,'-26'7'2069,"0"0"-1349,-1-7-271,8 0-359,-7 0-90,0 0 0,-19 0-180,2 0 270,-19 5 180,7 8 0,-10 8 90,5-1-360,19-1 180,5-6 0,4 6-180,-3 7 90,-16 8 89,21-6-89,-12 3 540,14-5-1410,73-20 1,40-9-1,-15-2 1320,-20 1-450,2 0 0,18-2 0,-3-3 0,-25-6 809,-29-17-359,-2 6-270,-9 5-90,4 8-90,-6 7 180,0 6 89,0 0-89,0 6 360,0 25-450,0 6-90,0 21-180,0-23-270,11 13 450,-8-25-540,26 33 0,-6-8 450,4-5-629,16 5 269,-9-32-17,21-19 0,16-10 0,-9 1 0,-25 4 0,0-2 0,21-10 1,-1 0-1,1-1 0</inkml:trace>
  <inkml:trace contextRef="#ctx0" brushRef="#br0" timeOffset="3685">16617 16842 7533,'-42'21'-1080,"0"-2"1440,28-11 1169,-6-2-629,7-6 89,-6 5-269,-2 3-1,-5-1-269,-12-2 180,-8-5-181,-14 0-179,-12-11 360,5 8-540,2-8 0,23 11 0,12 5 472,18 36 0,8 28 0,4 5 1,3-17-743,7 9 225,-7-9 0,-1 18 0,5-6 0,9-31-3258,49-55 3213,-13 6 90,-13-7 0,0-6-360,17-22-90,-17 8 1,0-3-91,-3-5 0,-4-2 360,-7 5 0,-3-1-45,-2 0 1,-4 4 1033,-7-2 2943,2 6-2853,-11 34-539,-6 21-180,-7 28 449,-1 20-359,5-28 0,5 1 270,15 33-630,3-36 0,6-3-45,5-5 0,4 2-555,1 16 0,1 6 1,3-24 599,12-54 0,-1-3 0,-10 56 0,-6-5 0,-9-84 0,0 1 0</inkml:trace>
  <inkml:trace contextRef="#ctx0" brushRef="#br0" timeOffset="4734">16486 16909 8162,'20'-8'2339,"-7"3"-630,-13 5-809,-13 0 449,-25 11-810,-10-8-404,8 2 0,-3 1 90,-3 3 0,-1 0-45,-5-6 0,15 10 899,44 27 0,23 16 1,-10-3-900,-31 1 0,4 0-300,38-1 0,18 2 0,-17-7-780,-32 14 405,25-95 1,7-24 404,-7 20 0,-1-3 90,0-7 0,0-6 0,-4 7 270,1-15-180,-15 48 359,-20 45 1,-9 24-180,4 5 0,1 4 0,-9 2 0,12-2-675,33-3 0,17-19-360,19-53 1,10-22 74,-7 7 1,2-4-1,-4-5 690,-4-9 0,-3-6 0,-7 2 1034,4-3 1,-13 7-855,-21 9 270,-49 95-270,-6-1-3643,3-3 0,18 0 3463,53-21 0,10-6 0,-9 15 0,37-43 0,0-1 0</inkml:trace>
  <inkml:trace contextRef="#ctx0" brushRef="#br0" timeOffset="5968">19943 16961 9443,'-27'-6'3148,"-4"-1"-1214,5-18-944,-13 3-810,-1 5 0,-2 2 0,-8 0-1,2 7 1,0 4-360,-8 11 474,9-2 0,-2 3-204,10-2 0,1 3 257,-8 2 1,2 2 12,-3 8 89,-4 16-449,30-13-90,2 18-629,19-8 269,24 13 360,7-11 0,3-2-90,8-1 0,-1-4 1,1-5-361,1-21-629,28-9 854,-36-8 0,-2-6 315,-2-5 0,-3-4-135,-1 1 0,-2-3 180,-2-14 0,-1 2 225,7 1 0,-15 4 0,-3 4 89,-5 18-3031,-6-9 2672,0 18 180,0 1 0,0 24 359,0 9-269,0 20 90,6 6-450,12-1 3122,10 13-3661,12-10 404,-17-24 0,5-4-225,14-7 0,5-6-45,1-6 1,2-3-406,4-3 1,-2 0-226,-10 6 1,-6 2 1124,3 2 0,-8 18 0,-10-17 0</inkml:trace>
  <inkml:trace contextRef="#ctx0" brushRef="#br0" timeOffset="14700">2604 14228 7533,'-8'-20'1169,"2"1"-449,6 6-451,0 5 91,0 2 90,0 18 0,0 26-90,-6 24-226,5-21 1,0 4-90,-2 6 0,1 1 135,1-3 0,2-3-45,-1-7 0,0-3-135,0 13-270,0-36-90,0-7 90,0-6-899,0 0 270,0 6-541,5-4 1440,3 15 0,5-8 0,0 10 0</inkml:trace>
  <inkml:trace contextRef="#ctx0" brushRef="#br0" timeOffset="15634">2406 14636 7982,'0'-22'1080,"0"-1"-900,0 21 269,6 14-179,7 33-90,7 23-180,-4-25 0,1 1-45,-4-4 0,1-2 45,5-3 0,0-4-180,9 16-359,21-15 449,-6-43 90,9-17-45,-25-4 0,-3-2-225,17-16-360,4-5 450,-5 15 720,-18 11 270,-4 4-91,-18 20 451,0-1-271,-6-2 360,-19-11-269,-16-1-586,-1 6 1,-5 1-360,0 3 0,-2 0-405,-10 0 1,-1 1-721,7 5 1,1 1 269,7 0 1,4 0 809,-7 3 0,24 6 0,32 1 0</inkml:trace>
  <inkml:trace contextRef="#ctx0" brushRef="#br0" timeOffset="22534">31671 10628 7669,'-13'-33'876,"5"7"-1303,2 7 528,12 1 31,2-3 287,5 7-172,-17 2 96,6 12-1001,-13 0 1018,11 0 90,0 0-540,-6 0-90,-25 0 450,1 6-91,-33-5-89,32 5 0,-5-6 0,11 6-90,-3 19 90,-12 4 90,19 10 0,9-8 180,43-10-270,11-8 360,12-7-91,-8-12-1348,-26-1 1079,-2-1-450,-11 3 630,6 5 180,-6-6-720,-13-7 270,-20-2-180,-3-4 90,-4 17 360,15 33 90,11 1-270,13 25-1,14-29-178,13-9 178,30-30 91,-24-17 90,-1-25 270,-51 10-720,-16 12-270,-22 19-1259,28 29-1349,-1-1 3058,36 22 0,9-4 0,12 6 0</inkml:trace>
  <inkml:trace contextRef="#ctx0" brushRef="#br0" timeOffset="44200">31303 10931 8478,'-6'-35'-1368,"5"4"1273,-5 18 74,12-6 332,1 5 97,-5-12-329,-4 12-106,-17 1 56,4 7 297,2 12-23,2-5 814,9 5-852,-4-6-233,6 0 129,0 0-521,-11 12 422,8-9-114,-15 20 89,23-20 613,8 8-344,50-16-301,2-3-154,-14 2 0,1-1 393,16-6-77,-22 7 0,2-1-45,-8 0 0,1 1-174,5 2 0,2 0-68,0-1 0,0-1 108,-2-1 0,0 0 83,-2 1 1,0-2-24,7-4 0,0-1-2,-3 3 1,-3 0 41,-6-1 1,-2 1-91,27-3 115,-38 7-177,-7 6-109,5 0 263,-7 0-76,19 0 0,-14 0-84,4 0 90,-13 0-474,-7 0 267,-6 6 303,0-4-181,-29 9 437,-13-9-369,-14 4 45,1-4 0,-5 1-360,5 3 1,-3 2 165,0 0 0,-4 1 0,6 0 152,3-1 0,3 0 45,-14 4 1,4-1 231,9-3-327,1 1 0,-2 0 57,-8 0-53,17 3 0,7 0-40,18-4 525,13 6 27,79-20-301,-9-9-259,-10 2 0,2 0 46,-18 2 1,1 1-94,11 3 1,1 1-6,-4 3 1,1 1-49,9 1 1,-1 2 1,13-1 31,-32 5 0,-1 1-856,9 3 471,-9 1 1,3-1 313,-3-4 1,2-3 72,7-6 0,0-4 870,15-2-534,-23-9 336,-20 14-875,-11 5 369,6 0 0,0 5 0,1 2 0</inkml:trace>
  <inkml:trace contextRef="#ctx0" brushRef="#br0" timeOffset="97700">4654 15490 19738,'11'-44'-4050,"-2"7"3298,10-20 509,-11 28 221,-2-2 85,-12 13-854,-2-3 108,-5 1-629,-12-11 1073,-8 9 232,-14-4 84,-23 13 332,25 7 429,-23 6 647,33-6-1250,0 19 1,-16 12-1,-12 11 1,-6 5-1,-1 4 1,3-2-1,8-4 1,13-8 543,-12 14 0,2 2-717,12-15 1,-15 6 0,-7 5 0,-2 2 0,3 1-1,10-4 1,14-3 0,22-7 77,26 6 0,18-3-503,8 14 0,8-2-40,1-9 0,7-4 272,11-3 0,9-1 1,-3-4-149,0-3 1,4-4 99,-16-6 0,9-1 1,3 0-1,-2-1 0,-7-3 39,2 0 0,-6-2 0,6-2 169,12-4 1,8-1-1,-2-3 1,-9-3 615,4-4 1,-7-10 166,-5-12 1,-1-9-1,-7 0-267,-8-1 1,-3-3-441,3-6 0,3-5 1,-5 2-130,-3-1 1,-3 0 86,-7 9 1,0-2-1,-13-1 61,-25-24 1,-21 5-542,-13 14 0,-11 8 35,15 14 0,-5 4 0,-11 3 174,-2 6 0,-12-1 0,-9 0 0,-3 5 0,0 7 0,6 11 0,10 13 21,13 18 1,8 18 0,4 10 0,2 5 0,-1-2-1,-4-7 1,-6-15 346,-16-16 0,-10-15 0,-4-7 0,4 1 0,9 9 1,15 17-166,15 23 1,9 20-1,9 8 1,9-1-1,12-12 1,10-22-161,38-14 0,19-22 467,-18-10 0,5-7 0,2-4 0,-4 1 131,7 1 0,-3-2 1,2-4-863,-4-3 1,4-5 0,-2 0-1,-9 1 918,3-1 1,-6-1-384,6-12 0,-4-3-450,-15 3 0,-2-2 407,3-4 0,0-1 0,-1 2 1,-3 0-1,-9 9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51:45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15146 17553 8932,'40'-28'874,"-8"3"-872,-18 17 548,-14 3-407,-14 5 615,-6 5-271,5-3 271,3 3 47,12-5-214,0 0-791,12 0 939,32 0 343,24-5-888,-30 1 0,0 1-250,27-5-120,-33 3-480,-13 5 656,-6 0 270,18 5-330,4-3 137,23 4-137,-27-6-421,16 5-223,-31-3 438,4 3 179,-2-5 447,-17 7 255,5-6 211,-6 5-1156,0-6-120,0 0 309,6 0 349,-5 0 239,17 6-456,-9 1 36,10 0-234,-6 5-119,6-10 750,2 4 59,17-8 1,2-2-361,-6 2 26,16-4 0,1 0-102,-14 5-168,28-5-6,-24 6 185,3 0 238,7 6-309,-8 1 57,20 1 29,-34-2-48,2-6-65,-6 0 74,9 5 135,18-3-28,-15 3-21,5-5-32,-4 0-114,16 0-411,-4 0 90,-12 0-360,-20 0 614,-11 0-62,18 6 63,-10-4 258,11 3 229,-19-5-470,5 0-90,-5 0 0,6 0 449,-6 0 181,-1 0-367,-6 0 20,0 0-499,6 0 471,-5 0-90,5 0 90,-6 0-360,0 0 0,-12 0 180,4 0-269,-17 0 179,5 0 180,-1 0 360,-4-5-522,17 3 113,-10-4 41,5 6 188,4 0-90,-3 0-90,12 0 180,0 0-1,18-5 78,10-3-216,36-5-601,5 0 501,-30 6 1,0 1 301,21-1-3409,-21-5 3468,-19 10 264,-15-3-400,-5 5 15,-17 0-70,-17 5 164,-2-3-418,-5 6 0,-3 1 183,-27 0 1709,21-2 0,1-1-1004,-13 0-523,26-6-132,36 0-449,19 0 14,2-6 495,0 5-31,-10-11-79,-5-1-338,2 4 231,-1-8-364,-1 15 176,-12-9-682,-13 9 698,-27-4 149,3 6-3,-6 0 0,0 0 244,-7 0-1745,0 0 0,1 0 1846,8 0-310,10-2 0,-5-2 8,-5-2 1,0-1-61,9 0 0,-2 0-936,-27-1 1,4 2 1003,16 1-101,-18-1 644,19-1 1880,-3-12-2614,10 14 1,2 1 592,-1-8-511,-16 18 3289,15 2-3731,-22 16 741,0-14 685,14 8-474,-1-18-63,13-6-591,-29 4 151,26-3-57,-16 5 26,38 0 350,-3 0 20,13 0-485,6 0-340,12 0 881,26 0 63,20 2 1,10 1-115,-5 1 1,5 0-280,-11-2 1,6 0-1,2-1 1,-5 1 132,1 0 1,-4 1 0,2-2-124,-2 0 1,4-1 0,-2-1 0,-6 1 114,6 0 0,-3 0-51,6 3 0,-3 0-55,-19 0 0,-3 1 295,23 3 26,-4-3 1,-2-2-173,-12-2 53,1 0 1,-1 0-230,0 0-344,23-6 46,-29 5 839,1-5-867,-24 6 25,-6 0 606,-2 0-287,-5 0 1192,-5 0-920,-43 0-29,11 0 1,-8 0-421,-4 0 1,-9 0 0,-4 0-1,5 0 114,-6 0 0,2 0 0,-2 0 115,6 0 0,-2 1 1,0-1-1,3-1-68,-5-1 0,3 0 0,8 0 47,10 2 1,2-1-149,-17-1 0,2-2 166,-13-2-39,24 3 0,-3-1-2,-12-2 0,3-1 18,-12-6-111,6 6-57,52 1-174,3 6 486,5 0 459,0 0-172,64 0-417,-11 0 1,9 0 10,5 1 1,8 1-1,1 1-86,-18-2 0,0 1 0,1-1 0,2 2-4,12 1 1,3 1-1,-2 0 1,-7 0-272,-10-2 1,-4-1 0,-1 1 368,6 3 0,1 1 0,-6-2-270,-6-4 1,-5-1-355,19 6-856,-13-8 1,-4-2 891,-13 3-88,5-5 0,-23 0 0,0-1 0</inkml:trace>
  <inkml:trace contextRef="#ctx0" brushRef="#br0" timeOffset="14514">13581 17447 12429,'13'-15'-434,"12"-14"688,-4 8-217,11-19-200,-11 12 80,-2 9 29,-11 13-126,-2 12-101,0-4 1187,1 4-1164,0-6 465,4-6 206,-3 4-274,-1-4-257,-18 24 297,1-8 700,-27 9-42,9-12 337,-12-19-1345,13 9 141,2-9-168,12 6-258,5 5 43,2-5-540,6 6 712,6 6-329,2-5 721,5 5 119,-6-6-459,-1 0 251,-6 6-528,0-5 786,0 5 4,-6-6 122,-31 6-511,-12 7 218,13-3 0,-1 1-257,-23 9 923,20-7 215,33-13-549,10-7-253,28-6-127,20 5-389,6 2 137,-15 6 1,-1 0-27,15 0 91,-5-5 1,2-1-305,15-3 428,-19 1 0,-13-3 739,-33 4-1545,-59 13 720,10 3 1,-4 2 141,1 3 1,4 0 176,-13 6-15,51-8-483,29-30 450,19 2 91,-8-4 456,-14 9-653,-36 11-177,-12 0-122,-13 0 71,10 0 529,2-7-399,31 0-1317,20-6 644,34 6 316,-10 0 0,0 2 134,8 3-143,-16-9 526,-40 9-1078,-28-4 966,-2 18 1,9-3 0,1 10 0</inkml:trace>
  <inkml:trace contextRef="#ctx0" brushRef="#br0" timeOffset="16681">14461 13952 25498,'-62'-36'-4740,"11"-1"3848,17 4 0,3-4-672,4-12 60,15 3-290,25 21 2110,-10 18-274,2 1-717,-25 6 1815,6 0 178,0-17-1360,8 13 847,6-13-789,-5 22 558,-14 14 173,3-9-135,-15 14-354,5-23 192,-8-1 1313,6-1-725,9-5-434,19 6-335,19 6-148,32 7-117,-5-5 233,-1 4-569,-28-12 961,-40 0-543,-29 18 38,11-8 0,0 2-330,-23 15 807,33-8-308,82-19 291,3-1-118,5-11-498,-24 17-362,-32 2-2215,8 13 1235,30-11 1363,-19-11 1323,22-18-1520,-38 5-1463,-14 3-683,1 12 1579,7 0 2542,31 0-458,6-5-1179,3 3 0,-9-3 0,-18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55:55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17367 9460 10051,'0'56'2969,"0"11"-2879,0-42 359,0 34 91,0 1-540,0-8 180,0 0 0,0-1 90,0-9-315,0-5 0,0 1 225,0 1-270,0-11-90,0 8 270,6-26-90,-5 8 0,5-18 180,-6-24 179,-6-34-179,5 4 90,-7-9 0,-2-7-45,3 13 0,-1 2-180,-1 2 0,-1-1 269,0-9 1,0 7-431,-3 10 431,4 3 0,-1-1 584,-5-13-719,3-1 810,6 8-720,12 27 359,24-26-359,30 26-77,-26 9 0,2 2-13,12 6 0,-1 6-270,22 7-90,2 12 270,-13 13-90,-28-8 1079,-1 12-449,-33 14-630,-15 18 180,0-21 0,-3 0-405,-5-5 0,0-4 225,-14 15-90,16-29 0,19-12 270,18-5-270,-3 1 90,45 27 0,-32-22 0,13 13 0,1 8-135,-13 1 0,-3 1-135,22 20 675,-21-9 0,-5 2 764,-3 24-719,-8-29 0,-3 1-271,-4 0 1,-2-4-180,-5 12-269,-33-11-3734,-6-36 0,-5-7 1934,-9 11-1124,4-18 0,7-9 3193,24-11 0,0-5 0,8 1 0</inkml:trace>
  <inkml:trace contextRef="#ctx0" brushRef="#br0" timeOffset="7499">19747 10130 7917,'-15'-21'-328,"3"3"136,18 4 85,-4 1 119,4 6 490,-18 1-379,3 12 480,-16-5-415,5 6 138,5-7-11,-8-7-73,8 6-28,-6-5 78,-3 6-139,15 0 322,-14 0-213,20 0-11,-15 0-161,17 0 214,-5 0-200,6 0-66,0 0-38,6 0 270,31 0 47,0-3 1,4 0-38,34 2-188,-29-2 0,1 0-90,-5 3 1,-2 0-4,20 0 1,-13 0 0,0 0 0,2 0-90,2 0-95,11 6 163,-23-5-122,7 5 1,0 0 121,-5-5 18,9 6-192,-33-7-254,-15 0 180,4 0-629,-6 0-168,0 0-450,5 0 1519,-3 0 1,9-7-1,-3 0 1</inkml:trace>
  <inkml:trace contextRef="#ctx0" brushRef="#br0" timeOffset="8617">20364 9684 11542,'-20'-8'-1338,"7"2"1352,7 6 452,6 0 821,0 0-759,6 0-202,-5 6-869,17 7 484,-9 8 25,27 16 237,23 4-51,-11-17 1,3-1-204,-5-3 0,0-1-34,5-2 0,-1-1-88,-10-1 1,-3 2 112,20 16-181,-5 7 270,-34-1-180,-12-5-110,-23 9 393,-11-8-74,-1-1 271,-25 3-203,29-21 16,-31 9 39,10-12-99,3 0-335,-18 6 103,30-5 212,-12-1 464,10-6-299,17-7-208,-13-7-49,20 6-284,-33-5 6,11 12 227,-8-5-3,14 6 91,18-7-932,1 5 701,6 2 98,-6 7 234,4-7-125,-4-1 482,6-6 1059,0 0-1730,0-6 52,0-7 135,-5-19-4,-3-3 28,-5-22-61,6 20 13,1-6 321,6-13-612,0-7 514,0 20 1,0 0-93,-6-18 13,-1 11-183,-12 18-955,10 10-1551,27-9 1147,12 23 716,29-10 768,-18 17 1,-3-5-1,-12 6 1</inkml:trace>
  <inkml:trace contextRef="#ctx0" brushRef="#br0" timeOffset="37883">23651 14465 17796,'6'-20'-4332,"7"0"4023,20 2 1234,7-9-488,-4 10 1,4 1-159,8-5 1,3 2-439,-4 7 1,4 0 0,2 3 424,14-2 0,4 3 0,6 0-626,-16 3 1,5 1 0,1 0 0,2 1 0,-2 0 584,1 1 1,0 0 0,0 1-1,1 0 1,3 0-326,-2 1 0,4 0 1,0 1-1,1 0 1,-1 1-1,-3 0-321,-7 1 1,0 1 0,-2 0-1,0 1 1,-1 0 0,0 0 434,9 1 1,-2 1 0,0 0 0,1 1-1,1-1-121,-7-1 1,1 1 0,2 0-1,-2 0 1,-1 0 0,-4-2 65,9 2 1,-4-2 0,-1 0 0,5-1 25,4-2 1,6-2 0,1 0 0,-4-1 0,-9 0-8,-7 0 0,-6 0 0,3 0-78,7-2 1,6 0 0,-1-1 0,-10 2 381,2 2 0,-3 0-47,6 1 1,5-1 0,-2-1-318,-10-2 1,-1-1-1,-4 0 426,13 1 1,-3-3-228,3-9 1,-7-7 895,-24 0 1,-3-3-1321,10-1 1,-1-3 894,-10-3 0,-4 0-1155,7-3 194,-26 4-590,-37 18 872,-17 6 405,-19 1-52,22 6 1,-5 0-210,-5 0 1,-7 0-1,-4 0 147,2 1 0,-5 0 0,-3 1 0,-3 0-550,9 0 0,-3 0 0,-3 0 0,0 1 0,2-1 0,2 0 470,2 0 1,2 0-1,2-1 1,-3 1-1,-3 0 20,5 0 0,-3-1 0,-3 1 0,0 0 1,-1 0-1,0 0 0,2-1-309,2-1 1,1 0-1,0 0 1,0-1-1,-1 1 1,-2 0 0,-3 1 176,5 0 0,-1 1 1,-3 0-1,0 0 1,-1 0-1,-1 1 1,0-1-1,-1 0 0,2-1-15,4 0 1,-2 0 0,0-1 0,0 0 0,-1 0 0,1 0 0,1 0 0,1 1 0,2-1 0,2 2 0,-12 0 1,3 0 0,1 1-1,2 0 1,1 0 0,2-1 0,0 0 49,-3-1 0,-1 0 0,2-1 0,3 0 0,4 0 0,7-2 29,-8-1 1,9-1 0,2-1-62,-18 2 1,23-8 381,56-27-1493,44 2 879,6 19 0,9 7 199,-18 7 0,2 3 0,-1 3 1006,21 5 0,0 6-1018,-19-3 0,1 3 0,3 0 310,-5 0 0,3 0 1,1 0-1,2 1-360,5 1 0,2 1 1,3 0-1,3 0-234,-9-3 0,2 0 0,3 0 0,1 1 0,2-1 0,0 1 392,-2 0 0,1 1 0,2 1 0,0-1 0,1 0 0,0 0 0,0-2-118,-8-2 1,0-1-1,0 1 1,0-2 0,1 0-1,0 0 1,0 0-1,1-1 54,2 1 0,1-1 0,1 0 0,0 0 1,0-1-1,0 0 0,-1-1 0,0-1 11,-1 0 0,0-1 0,1 0 1,-1-1-1,0-1 0,-2 0 1,-1-1-1,-3-1-1,8-1 0,-2-1 1,-2-1-1,-1-1 0,-2 0 1,-2 1 17,16 0 0,-3 1 0,-4-1 0,-4-2 147,-1-3 1,-5-1 0,-7-1-201,-9-4 0,-4-1-155,6 2 1,-6-4 171,-3-27-1238,-47 19 1365,-30-7-126,-4 21 1,-11 5 0,-1 1-80,-1 0 1,0 2-1,-5-1 146,1 0 1,-4 0-1,-3 0 1,-5 1-28,8 0 1,-6 0-1,-2 0 1,-1 1 0,2-1-1,4-1-140,1 0 0,3-1 0,2 0 1,-4 0-1,-6-1 40,9 0 1,-4 1 0,-4-1 0,-3 0 0,-1-1 0,0 0 0,0 0 0,2-1 0,3 0-175,1-1 0,1-1 1,2 1-1,0-2 1,0 1-1,0-1 1,-2 0-1,-2 1 388,-1-1 0,-2 1 1,-2-1-1,-1 0 1,0 0-1,1 0 0,2 0 1,3 0-1,3 1-70,-7-2 0,4 1 0,3-1 0,1 1 1,1-1-1,-1 1 4,-11-2 0,-2-1 1,2 0-1,6 3 0,10 4 385,-10 5 0,10 5-583,-1 3 0,12 7-241,21 16 6,79-3 0,36-4 293,-23-8 1,6-3 0,7 0-105,-20-3 1,5-1 0,3 1 0,1 0 0,1 0-1,-2 0 189,-1 1 1,0 1 0,0 0-1,1 0 1,0 0 0,1 1-9,7 0 0,1 0 0,1 0 1,-1 1-1,-1-1 0,-3 0-167,0 0 1,-2 0 0,-1 0 0,-2 1 0,0-1 125,-6 1 1,0 0-1,-1 0 1,0-1-1,3 0-25,5 0 1,2-1 0,1-1 0,-1 0 0,1 0 131,-1-2 1,-1 0-1,1-1 1,0 0-1,0-1-151,2 0 1,1-1 0,1-1 0,-2-1 0,-3-2-84,6-3 1,0-2 0,-5-2 0,-7-3-4,9-6 0,-8-5 563,2-8 1,-5-1-602,-19 10 1,-2 2 1026,-1-1 1,0 4-1875,31 8 2788,-51 13-2426,-23 0-333,-46-6 1,-20-7 1228,7 2 1,-10-1-224,22 0 1,-9-1 0,-4-1-1,-1 0 1,2 1 0,7 0-220,-14 0 1,6 1 0,-12-1 190,21 1 1,-9 0-1,-5-1 1,-5 0 0,-2 0-1,0 1 1,1-1 0,4 1-1,5 1-210,-9 0 1,4 1 0,3 0 0,0 1 0,-2-1-1,-3 0 252,6 0 1,-3 0 0,-2-1-1,-1 1 1,0 0 0,1-1 0,2 2-1,3-1 75,-10 1 0,2 1 0,1 0 0,2 0 1,3 1-1,2-1-127,5 1 1,5 0 0,0 0 0,1 0 0,-3 0-27,-10 1 0,-2 0 0,-1 0 0,2 1 0,6-1 38,-13 1 0,7 0 0,-1 2 1,-4 1-1,0 1 0,11 2 1,20 2-1,0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8:58:24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16749 17487 7263,'6'-21'450,"1"8"89,1 1-179,-2 11-90,-6-5-180,0 6 270,0 0-90,-6-12-1,-7-2 91,-8-7 90,-23 8-90,2 1-180,-16 11-270,22-5 180,0 6-180,10 0 180,-8 6 0,-23 7 539,-4 7-378,12-2 1,-16 5 0,-5 3 0,2 0 0,13-4-252,-2 2 0,1 0 0,3-3 0,-12 4 0,-2 1 0,8-3 0,20-4 450,11 1 0,8-1-630,2-12-270,5 17 360,-2-14-269,-3 15 269,-7 11 359,9-11 91,-9 25-270,11-28-180,7 9-270,-5-5 271,11 1-1,-4 11 90,5-16-90,0 14 180,5-2-270,3 13 90,-2-12 90,6-4 719,1-1-629,23-6 0,22 4 0,11 2 0,-2-1 0,-13-5-376,0 3 0,2 0 214,2-2 0,14 5 0,4-1 0,-8-4 0,-20-12 72,-2-13-270,19 6 270,-35-4-180,20 3 0,3-5-360,13 0-359,1-5 629,-13 3-417,-10-10-752,-23 11-450,-2-5 1889,-12 6 0,4 0 0,-3 0 0</inkml:trace>
  <inkml:trace contextRef="#ctx0" brushRef="#br0" timeOffset="851">15553 18025 7750,'66'3'-120,"-1"-1"0,1 1 0,0 0 0,0-1 0,5 2 0,-1 0 120,1-3 0,13 0 0,-7 0 0,-22 2 0,-22 2 0,-8 3 0</inkml:trace>
  <inkml:trace contextRef="#ctx0" brushRef="#br0" timeOffset="74979">1893 8396 7533,'-33'-32'3598,"6"-8"-2699,8-6 91,12 4-1,1 10 180,6 25 810,0 38-899,-6 36-541,-3-2 1,-1 6-315,5-14 0,0 1-45,-7 13 0,1 3-20,7-25 0,3 1 0,-2 2 109,-2 9 1,-2 1 0,0 4-135,2-4 0,-1 3 0,1 0 0,1 0-45,-1-6 0,1 0 0,1 0 0,0 0 157,1 5 0,1 1 1,2-2-1,1-5 248,6 19 0,4-7-91,5-1 1,6-12 1214,30-18-809,7-21-451,-16-16 1,7-4-360,17-6 0,7-2 0,-11 3 0,4 0 0,0-1-77,-4-1 1,1-1 0,-1 2 16,1-1 0,0 2 0,-4 3 85,5 5 0,-6 4-250,-17 1 0,-5 3-45,18 11-540,-37 5-179,-12-4-1889,-1-7-1260,-6-2-1020,-6-47 5158,-1 8 0,-6-24 0,0 20 0</inkml:trace>
  <inkml:trace contextRef="#ctx0" brushRef="#br0" timeOffset="103962">7507 14386 26784,'27'-7'1345,"-2"1"-751,-11 6-989,-1 0 194,-6 0 97,-1 0-124,-6 0 214,-6 0 194,5 0-247,-11-6-953,11 4-375,-5-9-728,6 9-250,0-3 89,-6 5 2194,4 0 270,-4 0 90,6 0 720,0 0 315,-11 0 728,2 0 160,-10 0-180,12 0-1923,1 0 450,6 0 90,0 0-630,0-6-2193,0 4-1,0-4-89,-6 0 797,4 5 2,-4-5-2,6 6 317,0 0 989,12 0 1924,9 6-1330,1-5 0,8 11 0,-9-4 1</inkml:trace>
  <inkml:trace contextRef="#ctx0" brushRef="#br0" timeOffset="108212">7559 14320 22829,'-7'-15'-9524,"1"-2"5922,6 15 3016,0-9 433,0-2-189,0 4 277,0-3-478,6 12 723,19 0 2066,-2 0 183,27 0-473,-27 0-90,14 0 0,18 0 90,-8-5-792,-6 2 0,0-2-964,7-8 324,9 0-87,-4 6 23,-5-5 88,-3 11-127,-19-11-398,-12 10-83,3-4 315,10 6-779,7 0 357,18 0-113,-12 6-469,0-4 702,-8 10-760,-17-11 578,-4 5-1038,-11-6 1087,6 0 0,7 0 270,14 0 562,12-6 155,-4-1 299,-3-6-464,-13 5 735,-12 2-1956,-1 6 129,-6 0 630,6 0 90,-4 0-552,4 0-221,-6 0 140,17 0-24,11 0 606,42 0-219,-23 0 799,20-5-537,-10 3-28,-18-9 450,34 3-574,-48 1 486,23 1-537,-25 6 3159,8 0-3218,-10 0-166,4 0 207,-10 0-450,3 0 485,1 0-577,-10 0 177,9 0 54,-11 6-1034,6-5 1034,6 5-339,-10-6 637,8 0 91,-3 0-91,-6 0-269,16 6-292,-16-4 1368,23 9-1174,-3-9 826,5 3-851,-1-5-54,-11 6-125,4 2 211,7 5 234,-3-6 81,15-1 542,-16-6-611,4 0 211,-6 6-523,6 1 467,2 0-3664,0 5 3816,-14-10 115,-2 3-707,-5 1-42,13 2 83,19-1 815,-14 5-479,11-11 278,-9 5-28,-5 0-573,17 7 210,-24 1-331,16 5 233,-9-6-261,5 0 455,-6-5-455,-9 3-375,-4-3 137,10 5 4427,4 6-3739,-6-10 308,1 3-330,-4-7 108,3-3 206,22 15-36,-20-14 477,6 15-706,1-11 772,-2 6-719,11-5 454,-8-2-352,0-6-224,-10 0 777,3 0-571,-12 5 45,6-3 196,1 3 66,7-5-23,11 0-75,-20 0-267,10 0-90,-14 0 0,6 0 650,7 0-555,-13 0 298,-2 6-1255,-7-4 350,3 3-745,-1-5 1124,5 0 89,-11 0-3861,17 0 4276,-3 6-944,-1-4 1555,9 4-641,-8-6 1153,11 0-1483,0 0 180,-11 6-1021,2-5 671,2 5 440,9 0-383,12-5 530,-13 5-1191,-7-6 583,-9 6-683,8 1 1067,-3 6-1288,15-5 1293,-11 3-615,12-10 299,-9 11-438,1-10 425,-11 9-498,6-3 830,13 5 374,-8-6-510,18-1 4768,-26 0-5278,21-5 1351,-15 5-1420,22 0 1684,3-5-512,13 11-257,-7-10 225,-7 4-616,-26-6 635,-3 5-1201,2-3 615,15 9-544,1-3 122,-3-1 187,-12 5-770,-2-5 548,3 0-275,-1-1 1002,-1-6-63,1 0 311,-12 0-678,4 0 314,-12 6-1576,5 1 302,-3 1-689,9 3 855,-9-9-550,10 3 596,-5 1-626,1-4 1087,3 4 2020,-10-6 184,5 6-733,-6-5-2090,6 5 988,-5-6 756,5 6-996,0-5 184,-4 5-1493,4-6 1557,-6 0 805,0 0 1306,23-12-1884,7-8 0,10-2 0,-2-3 1</inkml:trace>
  <inkml:trace contextRef="#ctx0" brushRef="#br0" timeOffset="111094">10267 14149 25624,'39'-7'-770,"-10"2"1307,9 5-209,-23-6-610,2 4 253,-4 2-326,25 13 153,-3-3 1,2 1-331,16 3 53,21-2 398,-18-6-207,-10-5 227,-8 7 0,-2 2-815,1 4 4134,13 18-3509,-22-4-402,21 4 135,-18-17 27,30 2 318,-13-9 175,12 5 0,-13 0 304,-15-6 365,-1-1 510,-3-6 202,29 0-497,-14 6-782,20 7-222,-34-4 69,31 14 18,-28-14 58,31 10-335,-22-6-3968,4 6 3518,-17-4 35,3 4 439,6-6 273,-5 0 232,28 0-299,-28-5 101,23 9 2944,-31-8-3086,12 9 533,-21-10-5,3 3-560,8-9 1003,-5 4-880,6-6 462,-9 0 38,-10 0-433,3 0 861,-9 6-2636,33 7 2111,-22-4-1279,36 8 822,-22-10-249,-5 1-215,2-2 70,-17-6 362,6 5 1678,6 3-1453,1-1 405,12-1-223,-15-6 284,6 0 35,-10 6-1118,8-5 286,5 11 380,6-11 577,1 5-430,-5-6 139,9 0-555,-27 6-903,13-4 1651,-10 4-1257,14-6 1470,1 0-983,-2 0 237,-13 5-1079,-1 2-55,-5 7 61,12 4-259,1-3 1137,1 4-1081,4-11 625,-16 3-1028,8-10 2001,-9 11-1410,16-5 2395,10 12-739,1-10 209,3 3-82,-18-12-256,0 0 1118,-13 0-1782,5 6 897,-6 1-1805,2 0 945,15 5-291,-7-11 832,16 5-781,-5 0-188,-1-4 393,-5 9-238,3-3 1308,-9 5-836,16 0 435,2 0-1084,-10-6 396,13-1 160,-22 0-819,13 1 1159,5 7-570,-4 4 464,4 3-558,-6 5-610,1 1 50,-13-13-337,4 4 684,-5 0-901,1 4 326,11 10 549,-16-11-652,9-2 1072,-11-6-428,0 0 319,16 6 592,-7 2 17,45 16 252,-27-7-303,3-13 1,-1-2 1183,-11-2-679,18-7 862,-23-1-372,0-3-411,5 15-394,-10-14-183,4 21-692,0-15 459,1 10-560,7-6-220,-7-6 186,-7 5-687,-1-11 1948,-11 11-3037,5-5 2341,0 6-1241,7 7 853,2-6-133,4 11-761,-6-11 1034,6 17-1385,1-3 2533,12 5-346,-4-6 141,16-3-190,-9-3-317,11 5 284,-19-5-350,10 4 170,2 12-502,-10-11 0,2 2-535,3 11 1,-1 1 609,-2-8 0,-2-1 0,10 20 1,-14-26-1</inkml:trace>
  <inkml:trace contextRef="#ctx0" brushRef="#br0" timeOffset="113995">13489 16278 7548,'0'-14'0</inkml:trace>
  <inkml:trace contextRef="#ctx0" brushRef="#br0" timeOffset="116277">12923 15910 6363,'-26'6'-449,"0"-5"449,11 11 359,4-11-359,11 5 90,0-6-359,0 0 179,-6 0-90,-1 12 180,-7-9 0,1 9 0,6-12 0,1 5 0,6 2 0</inkml:trace>
  <inkml:trace contextRef="#ctx0" brushRef="#br0" timeOffset="117494">12450 16068 6903,'-20'-8'90,"-5"2"450,10-5-1,2 8 91,2-14-810,9 15 360,-4 25-180,0 8 180,-7 33-180,4-22 180,-8 8 90,9-10-180,1-6-180,1 5 90,12-25 539,-5-2-449,5-12 90,-6 0-180,0 0 0,-6-6 0,5-13 180,-5-15-270,6-30 90,0 7-90,0-13-90,6 35-269,1 10 269,1 14 629,-2 9 91,-1-9-540,3-32-90,5 4-90,7-11 0,2-5-45,-8 16 1,-1-1-1652,7-21 0,-2 1 1966,-6-6-90,-15 24 0,-6 0 449,-6 5 1,-2 2-270,2 0 0,-1-2-90,-10-21 0,2-2 0,10 18 0,0-1-45,-3-9 0,2 1-45,1-10 2852,2-13-3032,12 42 0,6-29 450,-5 26 0,5-11-270,-12 13 90,5 1-270,-5 6 0,6-6 360,0 16-989,0-2-990,0 30 1799,12 32 0,8-11 0,14 23 0</inkml:trace>
  <inkml:trace contextRef="#ctx0" brushRef="#br0" timeOffset="131180">9373 15765 7533,'-4'-27'449,"-51"8"-359,23 13-180,-9 5 0,5 2-449,25-1-451,-6 0 900,17 0-269,0 0 269,0 6 90,0 1 359,0 0-269,0 0 270,-6-7 0,-8 11-360,0-2-270,-5 15 90,12-15 90,1 3-269,6-12 359,0 0 0,-6 6 0,-2 2 0</inkml:trace>
  <inkml:trace contextRef="#ctx0" brushRef="#br0" timeOffset="132127">8651 16133 7892,'26'-29'-210,"1"0"0,-6-4 1,-2 0 119,8-28 90,-16 2 0,-11 20 0,0 19 270,0 2 269,0 11-539,-6 0-90,5 1-179,-5 6 449,6 0-180,0 0 449,0 17-89,0 23 0,0 9-270,6 10 180,-5-26-360,5-14 180,-6-13 269,0-6-269,0 0 90,0 6-180,-6-4 720,-1 4-540,-6-6-270,-6-24 90,4-5-720,8-41 360,2-5 360,11 13-405,-3 21 1,0 3-136,4 0-809,1-31 1349,4 15 0,-17 0 0,4 3 0</inkml:trace>
  <inkml:trace contextRef="#ctx0" brushRef="#br0" timeOffset="135697">8244 8094 8988,'17'-33'-1629,"5"11"1799,11-8 200,-6 10-103,-15-7-233,-6 13-356,0 2 205,-4 12 117,4 0 340,-1-12-405,-3 3 121,3-10-174,-5 12-147,0 2-168,12 5 238,9 0 195,-5 0 0,1 0 261,-17-12 70,-6 9-666,-1-9 236,0 12 81,2 6 88,5 1-52,-6 0 38,4 5-104,-4-5 175,6 12-114,0 8-4,0-5-81,0-4 110,0-12 52,0-6-326,0 0 285,-6 0-105,-7 0 218,-2 12-85,2-3 14,19 4-254,-3-7 77,8-6 176,-5 0-180,-10 0 90,-3 0 0,-2 0-12,-3 11 1,12-8 0,0 9-1</inkml:trace>
  <inkml:trace contextRef="#ctx0" brushRef="#br0" timeOffset="137163">8848 12258 7533,'0'-21'-1619,"0"2"1709,0 6-180,-6 0 90,5 5 0,1-3 0,7 4 0</inkml:trace>
  <inkml:trace contextRef="#ctx0" brushRef="#br0" timeOffset="138377">9019 15963 6813,'-22'-22'-90,"5"-2"0,10 17 90,6-6 180,-11-12 0,11 9-270,1-15-180,7 23 540,0-4-90,0 12-270,-7 0 0,0 0 180,5 0-90,-3 0 0,4 0 270,-6 12-180,0 8-90,-6 20 90,4 6-180,-3-11 180,5-10-90,0-19 0,0-6-1260,0 0 1260,5-6 0,2-7 0,6-7 0</inkml:trace>
  <inkml:trace contextRef="#ctx0" brushRef="#br0" timeOffset="140061">9137 11522 6993,'-21'-28'-450,"8"9"270,2 8 0,3 9 180,-5-4 270,-5 0-90,-3 5-180,6-11-270,3 5 270,18-6 180,2 0-180,-7 5 270,-8-3-180,-2 9-180,-20 2-270,7 14 270,-6-6 0,9 4 90,14-12 0,10 0 180,3-6 180,-1-1-270,-7-7 0,-2 7-270,-9 2-90,3 5-179,2 0 359,0 0 90,6 0 629,6 0-539,0 5 0,2 2-180,-3 1 180,1 3-90,-4-9 270,4 4 360,-6-6-540,0-6-1,-6 4 1,4-4 0,-9 1-270,-9-3 180,11-5 180,-15 6-90,23 1-629,-5 6 269,6 0 90,6 12 0,-5-4 270,11 6 90,-11-3-90,5-9 180,0 15-180,1-8-90,1 4 0,3-7 0,-3-6 179,10-6 1,-3-1-180,4-6-90,-12 6 0,11 1-719,-9 6 809,10 0 450,-12-6-91,-1 4-448,-6-4-1,0 6-360,0 0-360,6 0 810,1 12 0,6-3 0,1 10 0</inkml:trace>
  <inkml:trace contextRef="#ctx0" brushRef="#br0" timeOffset="141878">11109 15950 7353,'-9'-40'809,"-1"6"-1888,28 8 1079,-3 13 0,4 13 0,0 7 0</inkml:trace>
  <inkml:trace contextRef="#ctx0" brushRef="#br0" timeOffset="203811">25623 5282 7173,'-6'-20'450,"5"7"179,-16 1 91,8 10 179,-10-10-179,0 11 89,4-5 631,2 6-991,8 0-89,5 0-270,0 0 990,17 0-901,11 0 451,13 0-1,-1 3 1,0 0-360,2-2-90,-1 0 0,2-2 0,-4-1 0,0-3-180,9-1 0,0-1-45,-3 3 0,0 1-180,3-1 0,-4 2 675,0 8 359,19-5-719,-28 5 90,-3-6-450,-13 0 270,-12 0-90,-1 0-179,-6 0 269,6 0 179,-5 0-179,11 0 0,-11 0 180,11 0 0,-10 6 90,15-4-90,-14 15 270,14-2 449,-15 23-539,4 20-135,-5-18 0,-2 6-16,-6 6 1,-2 6 0,1-3-165,5 9 0,1-1-75,-4-11 0,-2 3 0,4-4-105,5 5 1,5-4-181,4-10 0,-1-1 180,-4 2 0,-1-2 135,8 24-360,-6-24 540,-5-9 360,5-19-90,-18-8-270,3-5-540,-10 0-180,-23 6 495,2-2 0,-4 0 90,-5-3 0,-2-1-45,-8 1 0,1-3 90,8-4 0,4-1-90,-11-1-315,16 2 0,3 1 765,11 3-270,-9-3-180,30 5-450,6 0-179,0 5 449,0 2 90,0 7 0,0-1 180,0-6 180,0-1 359,0-6-449,0 0-360,6 6 720,1-5-360,1 5-540,3-6 270,32 0-360,2 0 270,-1 0 1,1 0-631,12 0-989,-6 0 1079,-32 0-1348,-13-6-2340,-6-13 4408,0 3 0,0-8 0,0 11 0</inkml:trace>
  <inkml:trace contextRef="#ctx0" brushRef="#br0" timeOffset="204661">25676 5033 9871,'-22'0'1350,"4"0"-1260,18 0 989,0 0-449,12 0-451,3 0-268,12 0-1,-13 0-90,3 0 90,-9 0-270,16 5 0,-1-3 0,26 15 90,5-8-269,7 10-1,-2-12-1889,-8 5 2429,-28-11 0,6 11 0,-21-4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9:06:01.7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15119 4204 24575,'45'0'0,"1"0"0,1 0 0,-1 0 0,-6 0 0,2 0 0,20 0 0,-1 0 0,3 0 0,10 0 0,-2 0 0,-19 0 0,-8 0 0,-6 0 0,-24 0 0,-3 0 0,11 0 0,-6 0 0,10 0 0,-4 12 0,-20-9 0,9 9 0,-1-12 0,4-12 0,11 9 0,-11-9 0,43 12 0,-34 0 0,25 12 0,-14-9 0,-5 9 0,11-12 0,-3 0 0,-12 0 0,-12 0 0,10 0 0,-21 0 0,20 0 0,15 11 0,6-8 0,11 9 0,1 0 0,-3-9 0,-6 6 0,9 5 0,-5-2 0,-5-3 0,-1-1 0,19 4 0,3 2 0,-1 5 0,-6-3 0,13-10 0,-15 14 0,10 8 0,-1-6 0,-13-12 0,-1-4 0,1 2-190,4 7 1,2 4-1,0-4 190,2-5 0,0-3 0,-5 0 0,-6 0 0,-3 0 0,5 1 0,2-1 0,-2-2 0,3-1 0,-7-1 0,21-3 0,5 5 0,-4 1 0,-24-3 0,11 9 0,4 0 0,-24-10 0,0-2 0,21 7 0,-1-2 0,9-5 0,6 0 569,-29 0-569,-1 0 0,1 0 0,3 0 0,1 0 0,10 0 0,-9 0 0,1 0 0,6 0 0,15 0 0,-8 0 0,-17 0 0,-2 0 0,17 0 0,-2 0 0,5 0 0,-5 0 0,-16 0 0,7 11 0,3 2 0,20-8 0,-12 8 0,0-2 0,-18-11 0,-1 0 0,17 5 0,-1 1 0,12-3 0,-16 2 0,0 2 0,19 5 0,-28-11 0,4 1 0,23 8 0,2 3 0,-15-5 0,-1-1 0,3 0 0,0 0 0,1 0 0,-4-2 0,-17-5 0,0 0 0,27 5 0,7 2 0,-18-7 0,2-1 0,-2 4-282,12 15 0,2-1 282,-5-13 0,4-5 0,-10 4 0,10 21 0,-12-18 0,12-3 0,-8-1 0,-16 0 0,1-1-719,17 3 1,9 1 0,-8-2 718,-18-3 0,-1 0 0,7 0 0,5 0 0,-2 0 0,5-1 0,0 2-54,-5 2 1,3 1-1,2 1 54,9-1 0,2 1 0,-7 0 0,-6 3 0,-1-1 0,-4-2 0,4-1 0,-4-2 0,6-1 0,3-2 0,-7 2 0,7-1 0,2 0 0,-3-1-1151,5-2 1,-1-2 0,2 2 1150,-6 2 0,4 0 0,-2 1 0,-5-1 0,-3-3 0,-4 0 0,1 0-83,6 3 1,2 2 0,0-1 82,9 0 0,1 0 0,-4 0 0,0 0 0,0 0 277,0 0 0,4 0 0,-4 0-277,1 0 0,1 0 0,-5 0 0,4 0 0,-1 0 0,-8 1 0,0 0 0,-2-3 0,16-7 0,-3-5 67,-10 1 1,-6-3-68,-18-4 0,-2-1 0,4 1 0,0 2 0,26-8 4150,-8-1-4150,-19 14 0,2 0 169,6-6 0,0 0-169,-7 4 0,-3 1 0,30-12 1124,-19 14-1124,-28 0 0,43 9 0,-29-8 0,10 9 0,1 4 0,-8-2 0,27-12 0,-48 9 0,-2-20 0,0 8 0,-10 0 0,10 4 0,-12-13 0,0 7 0,0-21 0,0 23 0,0 4 0,-12 11 0,10 0 0,-10 0 0,-12-12 0,19-3 0,-19 1 0,13 2 0,8 12 0,-9-12 0,-23-14 0,14 9 0,-28-7 0,34 13 0,3 8 0,1-9 0,8 12 0,-21 0 0,22 0 0,-45 0 0,26-12 0,-52 9 0,6-8 0,-3 11 0,14-6 0,1 0 0,-6 3 0,14-1 0,-9 0 0,1 0 0,0 4 0,0 0 0,1 0 0,-19 0 0,0 0 0,19 0 0,-1 0 0,6 0 0,9 0 0,2 0 0,-20 0 0,-1 0 0,3 0 0,1 0 0,2 0 0,0 0 0,3 6 0,1 0 0,-21-3 0,31 9 0,-1-1 0,-10-8 0,1-3 0,-13 12 0,15-8 0,-9-1 0,2 2 0,-11 7 0,1 2 0,-4-6 0,-1 2 0,18 1 0,0 3 0,7-4 0,-18-8 0,-2 22 0,22-17 0,2 0 0,2 8 0,-19 4 0,-8-3 0,15-13 0,3 0 0,6 8 0,-2 1 0,-7-3 0,-4-2 0,3 1-425,-1 0 0,-2 1 425,-13 6 0,-8 3 0,1-1 0,13-6 0,1-2 0,3 0-119,-12 3 1,1 2 118,13 2 0,0 2 0,10-5 0,4-4 0,-24 15 0,-1-2 0,16-19 0,-14 13 0,-6 3 0,19-10 0,2 0 0,-6 4 0,2 0 0,-11-1 0,11-8 0,1 4 0,-4 18 0,-1-15 0,-13-2 0,1 0 0,14 0 0,1 0 0,-3-1-898,-3-1 0,-5 0 0,1-1 1,5-2 897,3-3 0,4-2 0,2 4 0,-20 8 0,5 1 0,14-11 0,6 1 0,4 9 0,-19-9 0,0-4 0,25 2 684,-26 0-684,-12 0 0,11 0 0,-6-1 0,-1 2-953,5 11 953,15-11 0,1 1 3530,-4 10-3530,4-7 0,-6 1 0,6 6 0,-3 2 0,4-2-1282,-5-2 1,-2 1 1281,-4 4 0,-5 2 0,6-2 0,12-7 0,0-2-112,-16 3 1,-9 0 0,-1-1 111,16-3 0,-2-1 0,0-1 0,1 0 0,-19 2 0,0-1 0,3-1 45,10-3 1,1 0 0,0 0-46,-7 0 0,0 0 0,-1 0-901,4 0 0,0 0 1,3 0 900,7-1 0,2 1 0,-3 1 0,-17 2 0,-3 2 0,12-2 1056,24-1 1,4-1-1057,-16 5 0,-1 0 0,8-5 0,2-2 0,-24 1 162,28 0 1,-1 0-163,-12 0 0,2 0 1047,-23 0-1047,19 1 0,-3-2 0,-8-5 0,1 0 0,18 5 0,-1-1 0,-4-1 0,-3-1 0,1 0 1362,-13-3 0,0 2-1362,-3 4 0,-2-1 0,19-5 0,0-2 0,1 2 0,-14 6 0,2-1 0,3-8 0,0-4 0,9 3 0,-2-2 0,2 0 0,-6-3 0,0-1 0,-15-7 0,7-1 0,6-2 0,-2 13 0,0 2 0,37 12 0,-34-11 0,43 8 0,-11-9 0,-12 0 670,-26-14-670,5-3 0,7 3 0,17 14 0,-3 0 0,5 9 0,-16-20 0,11 8 0,20 1 0,-40 2 0,49 0 0,-26 9 0,35-8 0,-12 11 0,9-24 0,-8 19 0,11-19 0,-12 12 0,9 10 0,-20-33 0,20 17 0,-21-8 0,22 2 0,-10 21 0,12-32 0,0 30 0,-24-19 0,19 13 0,-19 8 0,24-9 0,-11 0 0,8 9 0,-9-20 0,12 20 0,12-20 0,-9 20 0,8-21 0,13 22 0,-19-33 0,19 29 0,-24-18 0,0 24 0,12 0 0,-10 0 0,22 0 0,-21 0 0,8 0 0,1 0 0,-9 0 0,9 0 0,-12 0 0,0 0 0,0 0 0</inkml:trace>
  <inkml:trace contextRef="#ctx0" brushRef="#br0" timeOffset="2493">18721 7384 24575,'-49'0'0,"28"23"0,-26-17 0,33 41 0,-47-18 0,20 12 0,-3 14 0,0-5 0,-9-7 0,-2 2 0,15-3 0,-3 8 0,1 0 0,6-9 0,-1-2 0,4-5 0,-1 7 0,4-6 0,3-8 0,-8-4 0,30-20 0,-19 9 0,13 11 0,8-6 0,-21 10 0,21-16 0,-8-11 0</inkml:trace>
  <inkml:trace contextRef="#ctx0" brushRef="#br0" timeOffset="5527">17696 7831 24575,'0'26'0,"-12"35"0,-14-2 0,8 8 0,-17-18 0,32-11 0,-8-9 0,-13 9 0,18-11 0,-17-1 0,23-11 0,0 8 0,-12 15 0,9 6 0,-8 20 0,11-35 0,0-6 0,0 1 0,-12-18 0,9 17 0,-8-11 0,11-9 0,0 8 0,0 1 0,-12-9 0,9 20 0,3-32 0,3 18 0,20-20 0,-20 11 0,44-12 0,-27-3 0,18 1 0,-14 2 0,-21 12 0,8 0 0,1 0 0,3 0 0,34 0 0,-17 0 0,6 0 0,-26 0 0,-12 0 0,12-23 0,-9 17 0,8-18 0,1 24 0,49 0 0,-13 0 0,1 0 0,-5 0 0,-1 0 0,30 0 0,-61 0 0,-12-11 0,0 8 0,0-9 0,-12 12 0,10 0 0,-10-12 0,-23-25 0,13 4 0,0-2 0,-22-23 0,9 8 0,0 4 0,3 11 0,1-8 0,-2 1 0,-8 10 0,14-29 0,-8 43 0,30-5 0,-19 23 0,24 0 0,0 0 0,0-12 0,-12 9 0,10-9 0,-22 12 0,21-11 0,-8 8 0,11-9 0,0 12 0,0 0 0,0 0 0</inkml:trace>
  <inkml:trace contextRef="#ctx0" brushRef="#br0" timeOffset="70225">16907 8093 24575,'-12'15'0,"9"-3"0,-8-12 0,-1 23 0,-14-6 0,-3 21 0,2-23 0,4 8 0,8-20 0,1 21 0,-21-10 0,29 24 0,-27-12 0,-4 1 0,13 17 0,-10-6 0,-5-3 0,-13-3 0,18-1 0,0-1 0,-21-1 0,-6 9 0,8 12 0,9-6 0,1-1 0,1 1 0,7 3 0,-1-15 0,-1-3 0,8-3 0,-21-11 0,21-3 0,-20-1 0,19-8 0,4 9 0,14-12 0,-34 0 0,22 0 0,-15-1 0,-6 2 0,4 3 0,3 4 0,-24 18 0,25-18 0,1 1 0,-2 15 0,-26-1 0,17-17 0,6 11 0,-2 1 0,-25-3 0,22 11 0,-25-12 0,66-2 0,-19-12 0,24 0 0,0 0 0,0 0 0</inkml:trace>
  <inkml:trace contextRef="#ctx0" brushRef="#br0" timeOffset="72332">15382 8566 24575,'-33'53'0,"0"-1"0,0 1 0,1-1 0,2-3 0,3-4 0,-1 2 0,-7 8 0,0 2 0,8-12 0,7-7 0,-11-6 0,3-5 0,23-16 0,-30-8 0,20 21 0,-23 14 0,9-6 0,5-1 0,-2-1 0,-15-1 0,12 21 0,-6-33 0,20 7 0,-34-1 0,17-17 0,-18 29 0,35-32 0,15 8 0,15-11 0,58 0 0,-35 0 0,35 0 0,-35 0 0,-9 0 0,32 12 0,-16-9 0,1-3 0,-8 0 0,0 0 0,19 4 0,-3 1 0,2-2 0,-4 11 0,9-2 0,-40-12 0,14 0 0,-58-23 0,5-42 0,-7 8 0,0-5 0,15-2 0,3 2 0,-6 15 0,3 1 0,10-5 0,0 8 0,-12 20 0,9-38 0,-9 46 0,12-8 0,-35-27 0,15 3 0,-18-5 0,26 28 0,12 24 0,0 0 0,0 0 0</inkml:trace>
  <inkml:trace contextRef="#ctx0" brushRef="#br0" timeOffset="83515">18774 14583 24575,'-15'0'0,"4"0"0,-1 0 0,9 0 0,-9 0 0,1 0 0,-16 0 0,10 12 0,-7-9 0,24 9 0,-11-12 0,-4 0 0,-35 11 0,7 4 0,-1 4 0,0 0 0,-3-2 0,-1 7 0,0-1 0,1-5 0,-3 1 0,1 0 0,2-5 0,-14-2 0,46 0 0,3-9 0,1 20 0,8-20 0,-9 8 0,0 1 0,9-9 0,-32 9 0,30 11 0,-19-17 0,24 29 0,-11-32 0,8 9 0,-9 11 0,12-6 0,-12 45 0,9-42 0,-8 27 0,11-44 0,0 20 0,11 3 0,4-8 0,0 5 0,-4-11 0,36 26 0,-9-10 0,6-1 0,22 1 0,2 0 0,-18 5 0,-1-5 0,13-18 0,-4-2 0,1 27 0,8-44 0,-17 18 0,-36-44 0,10 29 0,-10-29 0,24 32 0,-20-20 0,17 20 0,-32-9 0,8 12 0,1-12 0,-9 9 0,9-20 0,-12 8 0,11 1 0,-8-21 0,9 29 0,-12-29 0,12 20 0,-9-23 0,8 9 0,-22-32 0,8 40 0,-9-14 0,12 24 0,0-4 0,0-11 0,-12 0 0,9 11 0,-8 3 0,11-11 0,0 17 0,-12-17 0,9 23 0,-20 0 0,20 0 0,-9 0 0,12 0 0</inkml:trace>
  <inkml:trace contextRef="#ctx0" brushRef="#br0" timeOffset="85944">18327 8566 24575,'-29'0'0,"-6"12"0,20-9 0,-23 32 0,21-29 0,-19 29 0,34-32 0,-34 8 0,31 13 0,-30-7 0,32 10 0,-32 8 0,-18 17 0,20-12 0,-4 2 0,-15 6 0,2-3 0,3 11 0,10-31 0,4-4 0,15-6 0,-8 11 0,14-11 0,12-3 0,0-1 0,0-8 0,0 9 0,0 0 0,0 14 0,12 3 0,21 6 0,7 3 0,-15-8 0,3-2 0,32 13 0,2-3 0,-3 3 0,-7-18 0,-17-23 0,3 0 0,30 0 0,-9 0 0,10 0-909,-1 0 0,6 0 1,3 0 908,-6 0 0,4 0 0,1 0 0,-3 0 0,-7 1 0,-2-1 0,-1 0 0,-2-1 0,13-2 0,-4-2 0,-12 2 0,3 0 0,-49-20 0,-12 20 0,0-21 0,-12-2 2726,-2-3-2726,2-5 0,-3-5 0,-15-12 0,-1-3-263,13-7 0,1-4 263,-6 10 0,-3-2 0,2 3 0,3-3 0,1 3 0,0-1 0,-1 8 0,-5 6 0,14 17 0,12 24 0,0 0 0,-11-11 526,8 8-526,-21-9 0,21 12 0,-8 0 0,-1-12 0,9 10 0,-55-22 0,34 10 0,-37-1 0,23-9 0,3 1 0,-3 14 0,-1-9 0,5 1 0,19 17 0,-8-11 0,8 8 0,-23-9 0,-26 0 0,-6 10 0,18-16 0,2 1 0,-9 11 0,11-12 0,0 1 0,-11 14 0,10-4 0,-4 2 0,-5 10 0,-1 2-224,11-6 1,-3 1 223,-5 4 0,-6 3 0,8-1 0,11-1 0,4 1 0,-15-2 0,8 2 0,23 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9:08:13.4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19642 6543 24575,'-15'0'0,"3"0"0,12 0 0,0 0 0,-23 12 0,17-9 0,-17 8 0,11 1 0,-14 14 0,-15 27 0,9-31 0,0 0 0,-12 27 0,-6-11 0,35-3 0,4 6 0,-2 17 0,-1 4 0,-9 6 0,-3 1-744,11-21 0,1 1 1,-1-3 743,-5 9 0,-1-5 0,-4-9 0,3-3 0,17 15 0,-19-27 0,1-14 0,5-1 0,-8 15 2231,3-8-2231,8 17 0,0-32 0,-8 20 0,8-8 0,1-1 0,-33 22 0,3 4 0,5-12 0,-1 0 0,-3 13 0,-4-18 0,32-11 0,1 2 0,2 1 0,0-3 0,9-12 0,-8 0 0,11 23 0,-12-17 0,-3 29 0,1-32 0,-21 8 0,29-11 0,-18 0 0</inkml:trace>
  <inkml:trace contextRef="#ctx0" brushRef="#br0" timeOffset="2173">18327 7620 24575,'0'47'0,"0"0"0,-11 11 0,-1-2 0,6 17 0,-7-27 0,2-5 0,11-12 0,0 18 0,-11-6 0,9-4 0,1 5 0,-11 5 0,0-1 0,9 13 0,3-13 0,3-46 0,21 0 0,-21 0 0,29-20 0,6-6 0,-24 14 0,18-13 0,6 3 0,12 22 0,-3-11 0,-11 9 0,4 1 0,3-11 0,2 0 0,-3 11 0,0-1 0,1-9 0,-4-1 0,11 9 0,-50-20 0,-3 20 0,-9-9 0,35-11 0,-17 17 0,29-17 0,-32 11 0,9 9 0,-12-20 0,0 20 0,0-9 0,-12 0 0,-2 9 0,-13-20 0,13 20 0,-33-20 0,38-3 0,-37 8 0,31-5 0,-11 11 0,11 9 0,-8-9 0,20 12 0,-32 0 0,-18-11 0,6-4 0,1 8 0,-4 0 0,8-5 0,2 0 0,-33-2 0,22 9 0,6-5 0,13-25 0,-30 29 0,33-17 0,-9 23 0,12 0 0,11 0 0,3 0 0,12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9:10:10.5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18537 7542 24575,'-14'0'0,"-45"0"0,12 0 0,-14 3 0,-19 1 0,2 0-3175,18-2 0,2-2 1,-5 1 3174,-6 2 0,-6 0 0,-2 1 0,3-2 0,10-1 0,1-2 0,2 1 0,1 0 456,-10 0 0,3 1 0,-1-2-456,-1-3 0,-1 0 0,5 0 0,-12 3 0,8-1 0,18-4 0,5 1 0,-27 5 1668,35 0-1668,21 0 0,-30 0 0,29 0 5139,-19 0-5139,-1 0 674,1 4 1,-2 3-675,3 6 0,-1 0 0,-22 2 0,4 0 0,8 11 0,-15-7 0,-5-3 0,22-7 0,0-1 0,-22 12 0,-1-2 0,20-10 0,6-1 0,4 5 0,3-12 0,29 0 0,-17 0 0,11 0 0,-14 0 0,-4 0 0,4 0 0,14 0 0,-34 46 0,34-22 0,-19 6 0,3 1 0,26-5 0,-22-11 0,21 32 0,-20 8 0,10 4 0,0 13 0,1-4-576,-4-4 1,0 3 575,4-8 0,-1 6 0,0 3 0,1-3-605,3-9 0,0-1 0,0 0 0,-2 1 605,-3 7 0,-2 0 0,-1 3 0,0 2-991,1-1 1,-1 5 0,1 1 0,-1-3-1,1-5 991,1-8 0,1-4 0,0-1 0,-1 2 0,-5 9 0,0 1 0,-2 1 0,2 0 0,0 2 0,0 1 0,0-1 0,1-3 0,-2-1 0,0-4 0,-1 9 0,2-9 0,-1 9 0,-2 4 0,1-1 0,2-6 0,6-12-843,2 6 0,1-4 843,-5-3 0,-4 8 0,0 0 0,5-7 305,6 6 1,1-2-306,-4-2 0,-3 4 0,4 2 0,5-3 0,4 3 0,-1 0 0,-1-4 383,-3-3 0,-2-4 0,2 4-383,5 2 0,2 4 0,0-1 0,-1-7 2491,-5 3 0,0-2-2491,2 14 0,0 8 0,1-4 0,1-15 0,2-2 0,-1 0 789,-3 3 1,-1 1 0,2-1-790,2 0 0,2-1 0,-1-2 0,0 12 0,0 2 0,-2-14 0,-2 5 0,1 0 0,0-6 0,2 6 0,-1-1 0,-1 4 0,-2 6 0,2-6 0,2-6 0,2-7 0,-1 16 0,-7-9 0,-2 9 0,1-11 0,2-5 0,-6 20 0,1 8 0,10-14 0,2 0-60,-1 5 0,0 4 60,0-12 0,0 2 0,0 0 0,0-1 0,0-1 0,0 0 0,0-5 0,0-2 0,0 0 0,0 14 0,0 0 0,-2 3 0,4-3 0,10-18 0,-1-2 0,-9 12 0,2-1 0,19-6 0,1 1 0,-15 9 0,0 5-349,5-13 0,4 3 0,-1 1 349,-2 9 0,-1 2 0,-2-3 0,3 6 0,-1-1 0,-1-13 0,1 3 0,-6-14 0,-5-9 0,21 23 737,-21-14-737,8-38 0,-11 49 0,0-17 764,6 24 0,0 7-764,-4-24 0,-1 1 0,3 5 0,1 4 0,-2-10 0,-3-1 0,0 0 0,11-47 0,55 15 0,11 5 0,-18-12-542,-16-8 1,16-2 0,10-2 0,5-2 0,0-1 0,-5 0 0,-10-2 541,15-6 0,-9-2 0,12-3 0,-21 6 0,9-2 0,7-1 0,3-2 0,2 1 0,-1-1 0,-4 2 0,-6 1 0,-8 3 0,7-2 0,-9 3 0,-2 0 0,4-2 0,11-2 0,7-4 0,0 0 0,-9 4 0,-19 7 0,-1 6 0,11-9 0,-15 22 0,-1 3 0,14-7 0,-7 6 0,1 0 0,11-12 0,-29 0 0,6 11 0,-26-8 0,-12 9 3788,12-12-3788,-9 0 0,55 0 0,-46 11 0,46-8 0,-55 9 0,9-12 0,-12-12 0,12-14 0,5-20 0,5-16 0,0 1 0,-5 11 0,-2 0 0,3-5-772,0-1 0,2-8 0,1-2 0,-1 0 0,0 3 772,1-2 0,0 3 0,-2 0 0,-1-6 0,-6 6 0,-2-4 0,0-2 0,-2-1 0,1 2 0,0 5 0,5-11 0,-1 4 0,0 2 0,-3-2 0,-4-3 0,-3-2 0,-2 1 0,1 0 0,-2 5 0,0 1 0,0 0 0,0 1 0,0-1 0,0 1 0,0 0 0,0 2-79,0 5 1,0 0 0,0 2 0,0 1 78,0-13 0,0 1 0,0 13 0,0-7 0,11 30 0,7-18 0,2-8 0,-4 9 0,0-1 0,4-4 0,-2-3 0,-8 6 0,-3-3 0,0 1-292,0-15 0,0-1 292,2 13 0,0-2 0,0-3-94,-3-11 0,-2-2 1,0 4 93,3-2 0,-2 1 0,-4 10 0,-3-3 0,3 2 69,3-12 1,4 2-70,0 18 0,1-1 0,0 3 0,-1-3 0,1 0 0,3 2 0,2-1 0,-4 6 0,-8-19 0,2 19 0,0-7 0,0-3 0,-1 3 0,1-3 0,-1 0 0,-1 1-1038,-1-4 0,0 1 0,0-3 1038,1 1 0,2-4 0,-1 1 0,-1 7 0,-1-3 0,-2 3 154,1 5 0,0-2 1,0 2-155,0-11 0,0 0 0,0 12 0,0-2 0,0 2 0,0-14 0,0 3 0,6 10 0,0 1 1646,-4 6 1,-1-1-1647,0-22 0,-2 1 0,0 22 0,-1 1 82,-4-8 0,0 4-82,6-1 4093,0 24-4093,0-23 0,0 16 0,0-40 0,0 35 0,0-2 0,0-14 0,0 0 0,0 4 0,0 3 0,0-17 0,0 17 0,0 6 0,0-14 0,0 17 0,0 0 0,0-17 0,0 12 0,0-2 0,0-1 0,0-1 0,0-19 0,0 0 0,0 15 0,0 3 0,0 1 0,0 6 0,0 3 0,0-11 0,0-7 0,0 5 0,0 0 0,0-10 0,0 17 0,0 3 0,0 0 0,0 0 0,0 3 0,0 24 0,0 2 0,0 0 0,-11-2 0,8-12 0,-9 11 0,12-20 0,0 29 0,0-17 0,0 23 0,0-12 0,0 9 0,0-20 0,0 20 0,0-9 0,0 12 0,0 0 0</inkml:trace>
  <inkml:trace contextRef="#ctx0" brushRef="#br0" timeOffset="20204">23717 10590 24575,'-14'0'0,"2"0"0,12 0 0,-12 0 0,-14 0 0,-3-12 0,2 9 0,-31-32 0,23 29 0,-7-12 0,-4 1 0,6 14 0,1 3 0,-31-12 0,6 12 0,26 0 0,23 35 0,4 9 0,-1 23 0,11-28 0,-1-2 0,-10 7 0,12 6 0,0-24 0,0 24 0,0-18 0,-23 17 0,17-22 0,-17-1 0,11 35 0,9-37 0,-8 46 0,11-53 0,0 21 0,0 0 0,0 3 0,-6 0 0,0 6 0,4 17 0,1 3 0,-5-9 0,0 1 0,5 18 0,2-5 0,-1-14 0,0 3 0,0 1 0,-11-16 0,8 19 0,-9 8 0,12-3 0,0-24 0,0 1 0,0 20 0,0-17 0,0-24 0,0 0 0,0 1 0,0 11 0,-12 14 0,9-8 0,-8 17 0,11-20 0,0 0 0,-12 9 0,9 2 0,-9 15 0,12-11 0,0 5 0,0-32 0,-23 9 0,17 35 0,-29-35 0,32 35 0,-9-35 0,12 15 0,0 14 0,0-12 0,0-5 0,0-35 0,0 20 0,0-6 0,0 0 0,0-6 0,0-23 0,12 0 0,-9 0 0,9 0 0,-12 0 0,23-11 0,-17 8 0,17-9 0,-11 12 0,-9 0 0,20 0 0,-8-12 0,0 9 0,-4-8 0,1 11 0,3 0 0,-1 0 0,-2 11 0,-12-8 0,0 9 0</inkml:trace>
  <inkml:trace contextRef="#ctx0" brushRef="#br0" timeOffset="42521">23691 12797 24575,'14'0'0,"57"0"0,-33 0 0,12 0 0,-1 0 0,-17 0 0,26 0 0,-52 0 0,18 0 0,-24 0 0,0 0 0,11 0 0,-8 0 0,9 0 0,0 0 0,2 0 0,13 0 0,-1 0 0,-12 0 0,-2 0 0,-12 0 0,0 0 0,24 0 0,-19 0 0,30 0 0,-32 0 0,9 0 0,-12 0 0,12 0 0,-9-12 0,8 9 0,-11-9 0,12 12 0,14 0 0,-8 0 0,29 0 0,-42 0 0,19 0 0,-12 0 0,-10 0 0,10 0 0,-12 0 0,0 0 0,0 0 0</inkml:trace>
  <inkml:trace contextRef="#ctx0" brushRef="#br0" timeOffset="48539">26373 11798 24575,'29'0'0,"6"-11"0,-32 8 0,9-9 0,-12 12 0,0 0 0,11 0 0,4 0 0,0 0 0,-4 0 0,1 0 0,-9 0 0,20 0 0,-20 0 0,9 0 0,11 0 0,-5 0 0,20 0 0,-12 0 0,0 0 0,1 0 0,-13 0 0,21 0 0,-29 0 0,18 0 0,-13 0 0,-8 0 0,9 0 0,-12 0 0,0 0 0,12 0 0,-10 0 0,10 0 0,0 0 0,-9 0 0,8 0 0,1 0 0,-9-12 0,9 9 0,-12-8 0,11 11 0,-8 0 0,9 0 0,-12 0 0,0 0 0,23 0 0,-17 0 0,18 0 0,-13 0 0,-8 0 0,9 0 0,0 0 0,-9 0 0,8 0 0,-11 0 0,0 0 0,12 0 0,-9 0 0,9 0 0,-12-12 0,0 9 0,0-9 0,11 12 0,-8 0 0,21 0 0,-22 0 0,10 0 0,-12 0 0,0 0 0,-12 0 0,-14 0 0,-3 12 0,-9-9 0,23 9 0,4-12 0,-13 0 0,18 0 0,-29 0 0,32 0 0,-8 0 0,-1 0 0,-3 11 0,-11-8 0,0 9 0,-24-12 0,18 0 0,-18 0 0,36 0 0,-21 0 0,29 0 0,-41 0 0,41 0 0,-17 0 0,23 0 0,0 0 0,-12 0 0,9 0 0,-8 0 0,-1 0 0,9 0 0,-9 0 0,12 0 0,0 0 0,0 0 0</inkml:trace>
  <inkml:trace contextRef="#ctx0" brushRef="#br0" timeOffset="50203">27530 10695 24575,'0'29'0,"0"-6"0,-24-23 0,19 0 0,-19 0 0,24 12 0,0-9 0,0 8 0,0-11 0,0 0 0,0 0 0</inkml:trace>
  <inkml:trace contextRef="#ctx0" brushRef="#br0" timeOffset="56642">25926 13480 24575,'26'0'0,"-11"0"0,43 0 0,-19 0 0,4 0 0,10 0 0,5 0 0,-1 0 0,4 0 0,-4 0-312,2 0 0,-1 0 312,-1 1 0,4 0 0,-4-3 0,13-9 0,-5-1 0,-9 3 0,-1 0 0,3-4 0,-5 0 0,2 1 154,10 12-154,-13 12 0,-11-9 0,32 8 0,-38-11 0,13-5 0,1-1 0,-3 3 470,19-9-470,-27 12 0,-12 0 0,-11 0 0,-4 0 0,-11 0 0,0 0 0,-11 0 0,-16 0 0,-9-1 0,-4 2 0,-9 11 0,-20-12 0,-5 3 0,22 14 0,1 1 0,-21-14 0,-2-2 0,8 10 0,4-1 0,19-10 0,4-2 0,-25 1 0,-9 0 0,37 0 0,-13 0 0,2 0 0,24 0 0,-36 0 0,56 0 0,-8 0 0,11 0 0,-12 0 0,9 0 0,-9 0 0,1 0 0,-4 12 0,0-10 0,-8 10 0,-3-12 0,8 0 0,-5 0 0,11 0 0,9 0 0,-20 0 0,20 0 0,-20 0 0,-4 0 0,10 0 0,-7 12 0,1-9 0,17 8 0,-29-11 0,32-11 0,-8 8 0,11-9 0,0 12 0,0 0 0,35-12 0,-3 10 0,32-10 0,-27 12 0,2 0 0,12-11 0,3-1 0,0 8 0,3 2 0,-3-7 0,2-1 0,-2 5 0,4 16 0,-2 2 0,-2-11 0,-3 2 0,10 19 0,-46-23 0,8 0 0,39 0 0,-1 0 0,-10 0 0,0 0 0,5 0 0,-18 0 0,-38 0 0,-50 0 0,27 0 0,-36 0 0,21 0 0,-17 0 0,-7 0 0,-2 0 0,25-1 0,-1 2 0,-10 2 0,-6 2 0,4-1 0,2-3 0,1 0 0,-6 6 0,2-2 0,13-4 0,4-2 0,-2 1 0,23 0 0,4 0 0,11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9:12:36.0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15513 13743 24575,'0'-62'0,"24"-8"0,-7 0 0,0 11 0,4-2-478,3 12 0,2-1 478,-8 3 0,0-3 0,2 1-3830,14-18 0,-1 3 3830,-12 16 0,-1 2 867,-2 8 1,-1 1-868,-3-28 0,24 10 0,-23 16 0,-1 2 0,13-7 0,-16-17 329,1 8-329,-9 21 6552,9-15-6552,-12 45 0,0-10 0,0 12 0</inkml:trace>
  <inkml:trace contextRef="#ctx0" brushRef="#br0" timeOffset="2513">15382 12586 24575,'23'-40'0,"18"-22"0,2 29 0,5-1 0,0-12 0,0-1-4325,0 5 1,-2 2 4324,-9 6 0,2 4 1187,4 2 0,1 6-1187,-7 13 0,-1 1 680,11-11 1,-3 3-681,9 13 0,-15-21 0,-12 21 0,35-32 4914,-26 29-4914,27-17 0,-48 23 0,21-12 0,-17 10 0,8-10 0,-14 24 0,11 25 0,0 10 0,-11-9 0,0 3 0,7 8 0,4 5 0,-4-5 0,-4-5 0,-3-3 0,-5-1 0,0-5 0,5-8 0,-12-16 0,0 1 0,0-9 0,0 20 0,0-20 0,0 67 0,0-55 0,-12 43 0,-2-58 0,-13 0 0,1 0 0,0 0 0,-12 0 0,-3 0 0,-24 0 0,-2 0 0,23 0 0,9 0 0,24 0 0,8 0 0,-32 0 0,17 0 0,-31-11 0,19 8 0,4-9 0,3 12 0,20 0 0,-9 0 0,12 0 0,-12-12 0,9 9 0,-8-8 0,11 11 0,-12 0 0,9 0 0,-20 0 0,-39-12 0,15 10 0,-2 1 0,5-5 0,0 0 0,-6 6 0,4 0 0,5 0 0,0 0 0,15 0 0,14 0 0,12 0 0,-12 0 0,10-23 0,-22 17 0,21-17 0,-20 23 0,20 0 0,-9 0 0,12 0 0</inkml:trace>
  <inkml:trace contextRef="#ctx0" brushRef="#br0" timeOffset="4963">5154 13217 24575,'0'-41'0,"0"-4"0,0-6 0,0 3 0,0-3 0,-1-21 0,2-2 0,3 7 0,3 2 0,0 11 0,1 3 0,-3 9 0,5 5 0,25-4 0,-30 6 0,19 33 0,-24-22 0,0 21 0,11-32 0,-8 18 0,9-10 0,-12 16 0,0-1 0,0 9 0,0-9 0,12-11 0,-9 6 0,20-45 0,-20 42 0,9-27-6784,-12 44 6784,0-8 0,0 11 0,0 0 0,0 0 0</inkml:trace>
  <inkml:trace contextRef="#ctx0" brushRef="#br0" timeOffset="6948">4707 12324 24575,'14'0'0,"10"-12"0,2-3 0,3-11 0,13 14 0,1-2 0,-5-24 0,21 16 0,18 1 0,-12 0 0,-29-3 0,-1 1 0,14 4 0,6 2 0,-13 3 0,-19 3 0,-11-13 0,-9 18 0,8-29 0,13 33 0,-19-10 0,19 0 0,-24 9 0,0-8 0,12-1 0,-10 9 0,10-9 0,-12 12 0,12 12 0,-9-9 0,11 27 0,7 10 0,31 10 0,-29-10 0,1-2 0,38 0 0,-48-3 0,-2-29 0,-12 18 0,0-24 0,0 0 0,-12 11 0,-2-8 0,-1 9 0,-8-12 0,-4 0 0,-2 0 0,-32 23 0,29-17 0,-30 17 0,21-11 0,-11-9 0,11 9 0,-9-12 0,33 0 0,-18 0 0,32 0 0,-21 0 0,21 0 0,-8 0 0,-1 0 0,9 0 0,-9 0 0,1 0 0,8 0 0,-21 0 0,21 0 0,-8 0 0,-13 0 0,19 0 0,-19 0 0,24 0 0,0 0 0</inkml:trace>
  <inkml:trace contextRef="#ctx0" brushRef="#br0" timeOffset="13633">8151 5203 24575,'-29'-15'0,"-6"4"0,32 11 0,-20 0 0,8 0 0,-23 0 0,9 11 0,-21-8 0,21 32 0,3-29 0,2 29 0,21-32 0,-8 20 0,-13-20 0,7 9 0,-10 0 0,16-9 0,-1 8 0,-3 13 0,-11-18 0,0 40 0,11-40 0,4 17 0,11-23 0,0 0 0,0 12 0,0-9 0,0 9 0,0-12 0,0 11 0,0-8 0,0 21 0,0-21 0,0 8 0,11 1 0,4 3 0,-1-1 0,10-2 0,-21-12 0,20 23 0,-20-17 0,32 11 0,12 1 0,17 8 0,0-17 0,1 0 0,5 14 0,-21-23 0,-37 0 0,-12 0 0,0-11 0,0 8 0,0-21 0,24 21 0,-19-8 0,19-1 0,-48 9 0,19-32 0,-19 18 0,24-10 0,0 16 0,0 11 0,24-12 0,-19 9 0,19-20 0,-24 20 0,0-9 0,0 0 0,0 9 0,0-8 0,0 11 0,0-35 0,0 26 0,0-26 0,0 23 0,0 9 0,0-8 0,0 11 0,0-12 0,0 9 0,0-9 0,0 12 0,0 0 0,0-11 0,0 8 0,0-9 0,0 0 0,0 9 0,0-8 0,0 11 0,0 0 0,0 0 0</inkml:trace>
  <inkml:trace contextRef="#ctx0" brushRef="#br0" timeOffset="20815">18143 5282 24575,'-24'26'0,"19"0"0,-19 24 0,24-30 0,0 27 0,0-32 0,0 11 0,0 0 0,0 1 0,-11-13 0,8 21 0,-9-17 0,12 20 0,0-12 0,0 0 0,-12 24 0,9-6 0,-2-7 0,-1 2 0,-6 28 0,9-12 0,-9 18 0,12-29 0,0 20 0,0-11 0,0-12 0,0 20 0,0-17 0,0 8 0,0-2 0,0-9 0,0 11 0,0-11 0,0 20 0,0-28 0,0 16 0,0-11 0,0 15 0,0-9 0,0 17 0,-5-23 0,-1 0 0,3 23 0,-2 6 0,-2 0 0,-5-2 0,11-6 0,-1 4 0,-4-16 0,1 0 0,4 6 0,2 2 0,-1-1 0,0-3 0,0 4 0,0-20 0,0-11 0,0 5 0,0 6 0,0 6 0,0 16 0,0 3 0,0-16 0,0 2 0,1 6 0,1 4 0,-5-6 0,-9-12 0,0 0 0,9 18 0,1 1 0,-11-15 0,2-5 0,11 19 0,0-3 0,0 2 0,0 9 0,0-12 0,0-2 0,0 3 0,0-15 0,0-12 0,0 24 0,0 5 0,0-11 0,0-3 0,0 0 0,0 5 0,0 21 0,0-5 0,0-33 0,0-3 0,0 21 0,0-9 0,0 3 0,0 8 0,0 1 0,0-1 0,0-5 0,0 6 0,0-27 0,24 4 0,-19 2 0,19 32 0,-24-17 0,0-1 0,0 2 0,0 13 0,0 6 0,0-26 0,0-23 0,0 8 0,0-20 0,0 32 0,0-29 0,0 17 0,0-11 0,0 3 0,0 11 0,0 0 0,0 0 0,0-11 0,0 20 0,11 18 0,-3-3 0,-1 5 0,0-12 0,1 1 0,4 14 0,-1-5 0,-8-9 0,9-6 0,-12-15 0,0-20 0,0 21 0,0-21 0,0 20 0,0-20 0,0 8 0,0-11 0,0 24 0,0-18 0,0 17 0,0-11 0,0-9 0,0 20 0,0-20 0,0 9 0,0-12 0,0 0 0,0 11 0,0 4 0,0-1 0,11-2 0,-8-12 0,9 0 0,-12 0 0,35 0 0,9-12 0,4 10 0,6 2 0,-6-6 0,1 0 0,9 5 0,0 2 0,-10-1 0,-2 0 0,-5-1 0,-3 2 0,14 11 0,-25-10 0,-4 10 0,-20-24 0,20 10 0,-20-22 0,21 21 0,-21-8 0,20 11 0,-20 0 0,9 0 0,11 0 0,-17 0 0,17 0 0,-11-12 0,-9 9 0,8-9 0,-11 12 0,12 0 0,-9 0 0,9 0 0,-1-11 0,4 8 0,11-32 0,-11 29 0,-3-29 0,11-3 0,-6 17 0,7-26 0,2-11-3392,-4 14 0,-3 1 3392,-5-2 0,1 2 0,10 4 0,-3 8 0,-16 19 0,17-2 0,-23-12 0,0-47 0,0 35 0,0-7 0,0-7 0,3 4 0,2-4 0,-1 3 0,-3-2 0,1 0 2261,2-2 0,0-5 1,-1 9-2262,-3-16 0,0 24 0,0 15 0,0-28 0,0-9 0,0 22 0,0-2-1259,1-6 1,-2-5-1,1 2 1259,0-6 0,0 2 0,1 4 0,-2-1 0,-4-14 0,-1 3 0,4 26 0,1 0 0,-5-38 0,0 12 0,6 46 0,2-29 0,-4-11 0,-9 8 0,-1-2 0,9-12 0,0-1-926,-9 4 1,1 0 925,9-2 0,4 6 3357,-2-1-3357,0-6 0,0 2 0,0 10 0,2-21 0,-4 5 0,-10 39 0,11-28 0,-1-5 0,-21-9 0,20 19 0,3-1 0,-12-17 0,12 9 2270,0 11-2270,0-17 0,0 21 0,0-1 0,0-1 0,0 2 0,0-21 0,0 24 0,0 2 0,0-18 0,0 20 0,0-1 0,0-24 0,0 0 0,0 32 0,-5-13 0,-2-4 0,4-12 0,-8 21 0,-1-2 0,9-31 0,-9 56 0,1-53 0,-16 35 0,19-4 0,-1 2-6784,-14 8 6784,11-18 0,9 29 0,-9-20 0,1 12 0,8 11 0,-9-8 0,12 20 0,0-20 6784,0 20-6784,0-9 0,0 12 0,0-23 0,0 17 0,0-17 0,-12 23 0,9 0 0,-8-12 0,11 9 0,0-20 0,0 20 0,0-21 0,0 10 0,0-1 0,0 4 0,0 11 0,0-12 0,0 9 0,0-9 0,0-11 0,0 17 0,0-29 0,-12 9 0,9 8 0,-9-17 0,12 32 0,0-8 0,0 11 0,0-12 0,0 9 0,0-32 0,-11 29 0,8-29 0,-9 32 0,-11-8 0,5-1 0,-28 5 0,-4-1 0,9-18 0,-32 11 0,61 4 0,0 11 0,10 0 0,-34 11 0,31-8 0,-30 9 0,-15-12 0,15 0 0,-15 0 0,39 0 0,-1 0 0,9 0 0,-20 0 0,20 0 0,-9-12 0,12 9 0,0-8 0</inkml:trace>
  <inkml:trace contextRef="#ctx0" brushRef="#br0" timeOffset="111102">30685 8724 24575,'-15'-23'0,"-20"17"0,30-18 0,-19 24 0,13-11 0,-16 8 0,10-9 0,-53-11 0,11 17 0,14-11 0,-3-1 0,-3 9 0,-1 3 0,1 0 0,-3-2 0,-12-11 0,1 3 0,15 13 0,0 0 0,0-8 0,-3-3 0,10 4-6784,2 7 6784,-10-3 0,-3 0-98,-13 6 98,3 0 0,-3 0 0,22 0 0,-1 0 0,-8 1 0,-5 0 0,6-3 0,8-4 0,-1 0 0,-16 5 0,-9 1 0,2-1 0,13-3 0,2 0 0,-2 0-285,-10 0 0,-2-1 0,6 2 285,5 1 0,3 1 3155,-12 1 1,1 0-3156,17 1 0,-1 1 0,-22 4 0,-4 0 0,8-5 0,0-2-1733,-6 1 0,5 0 1733,-5 0 0,20 0 0,-2 0 0,15 0 0,-1 0 0,-19 0 0,0 0 0,17 0 0,1 0 523,-5 0 0,-2 0-523,-9 0 0,2 0 0,-14 0 0,14 0 0,-7 0 0,15 0 0,19 0 0,-16 0 0,-4 0 0,-15 0 0,24 0 0,-5 0 0,-2 0 0,-5 0 0,-1 0 773,-22 0 1,1 0-774,12 0 0,-1 0 0,7 0 0,-3 0 0,4 0-144,4 0 0,0 0 144,-2 0 0,-4 0 0,1 0 0,2 0 0,2 0 0,0 0 0,-23 0 0,1 0 0,21-1 0,1 1 0,2 1 0,-5 5 0,2 0 0,-6-5 0,4 0 0,-15 11 0,6-12 0,26 0 0,11 0 0,13 0 2263,-21 12-2263,17-9 324,-20 8-324,-12 13 0,-17-7 0,33 2 0,-2 0 0,-18-4 0,-3-3 0,8-5 0,2 0 0,-2 6 0,1-2 0,8-10 0,4 0 0,-2 11 0,24-12 0,-33 12 0,26-9 0,-16 8 0,13 13 0,10-18 0,-1 17 0,-44-11 0,13 14 0,-4-12 0,-3 1 0,17 5 0,2-2 0,-30-3 0,26-4 0,24-11 0,-10 0 0,21 24 0,-8-18 0,11 17 0,0-23 0,0 0 0,-24 12 0,18 2 0,-17 1 0,23 8 0,0-20 0,-12 20 0,9 39 0,-8-36 0,9 16 0,4-2 0,-2-23 0,0 33-6784,0-33 6784,-12 18 0,9-20 0,-9 35 0,12-30 0,-11 38 0,8-52 0,-9 29 0,12-20 6784,-12 11-6784,9-11 0,-20 8 0,20-20 0,-9 9 0,12-1 0,0-8 0,0 9 0,-23 11 0,17-5 0,-17 20 0,11 0 0,9-9 0,-20 21 0,20-9 0,-20-1 0,20-2 0,-21 24 0,10-27 0,-1 26 0,3-46 0,12 8 0,-23-8 0,17 23 0,-17-21 0,23 6 0,0-23 0,0 12 0,0-9 0,0 20 0,0-8 0,0 11 0,0 0 0,0 12 0,0-8 0,0 8 0,0-12 0,0 0 0,0 24 0,23-18 0,-5 29 0,8-32 0,-14 9 0,11 12 0,-17-30 0,17 27 0,-23-44 0,12 20 0,38 4 0,-15 14 0,3-20 0,-3-2 0,-18 8 0,18-4 0,-8-8 0,14 11 0,11 0 0,12-11 0,-31 2 0,2 1 0,17-3 0,-2-1 0,0 15 0,-5-14 0,-9-6 0,-30-9 0,51 10 0,15 3 0,-11-7 0,-11 4 0,8 5 0,-5-5 0,-12-8 0,0-1 0,25 3 0,5 3 0,-9 5 0,1 0 0,11-4 0,-1 1 0,-7 10 0,-4 0 0,-15-11 0,0-1 0,8 5 0,4-1 0,5-8 0,3-3-264,-15 3 1,2 2-1,1-1 264,2 0 0,1 0 0,-1-1 0,17-1 0,-2-1 0,-2 5 0,0 0 0,-15-2 0,2 1 0,-2-2 0,16-3 0,1 3 0,-10 8 0,2 4 0,0-6 0,-3-13 0,0-5 0,-2 4 0,-6 10 0,-2 4 0,0-5 0,1-10 0,1-4 0,-3 2 0,10 7 0,-6 2 0,16-1 0,-6 0 0,-38 0 0,33 0 0,-36 0 0,23 0 0,5 0 0,-5 0 0,14 0 0,3 0 0,-26 0 0,2 0 0,11 1 0,6-1 0,-1-1 0,15-4 0,-3-1-2305,-16 4 1,0 1 2304,16-5 0,-5 0 0,-4 6 0,-2 0 0,12 0 0,-5 0 0,-5 0 0,-2 0-142,0 0 0,3 0 0,-1 0 142,11 0 0,-1 0 0,-4 0 0,0 0 0,-12 1 0,1-1 0,0-1 0,0-2 0,-1-2 0,-5 1 0,-9 3 0,0-1 0,33-9 0,1-1 0,-28 10 0,0 1 0,27-5 0,1 1 0,-17 4 0,-2 2 0,12-1 0,-4 0 5248,0 0-5248,5 0 0,0 0 0,-2 0 0,-3 0 0,3 0 0,-16 0 0,-2 0 0,-5 0 0,0 0 289,-2 0 0,-2 0-289,15 0 0,13 0 0,-10-12 0,-14 9 0,6-9 0,-30 12 0,10 0 0,-16 0 0,-11 0 0,24 0 0,-19-11 0,31 8 0,-34-32 0,22 29 0,-10-29 0,1 20 0,-3 1 0,11-21 0,6-6 0,1 9 0,5-15 0,-32 44 0,8-20 0,1 8 0,3-23 0,-1-3 0,-2-11 0,-12-13 0,11 10 0,4 2 0,0 15 0,-4 24 0,13-21 0,-7-18 0,10 6 0,-16-26 0,1 9 0,-9 18 0,9 9 0,-1 1 0,-8-17 0,9 21 0,-12-27 0,0 42 0,0-56 0,0 26 0,0-11 0,0-6 0,0 8 0,0 1 0,0-7 0,0 1 0,0 14 0,0 4 0,0-30 0,0 52 0,0-26 0,0 21 0,0-3 0,-5-11 0,-2-5 0,0 3 0,0 0 0,-8-31 0,2 29 0,3 6 0,7 9 0,-9-1 0,12 7 0,-23-12 0,5 3 0,-20-21 0,23 27 0,4 14 0,-1 12 0,9 0 0,-8 0 0,11 0 0,-12 0 0,9 0 0,-20-11 0,-4 8 0,-14-9 0,0 12 0,-8 0 0,31 0 0,-29 0 0,42 0 0,-30 0 0,20 0 0,-11 0 0,-1 0 0,1 0 0,-12 0 0,-14 0 0,19 0 0,-13 0 0,31 0 0,0 0 0,-20 0 0,30 0 0,-19 0 0,12 0 0,10 0 0,-10 0 0,0 0 0,9 0 0,-20 0 0,20 0 0,-9 0 0,12 0 0,0 0 0,-11 0 0,-4 0 0,0-11 0,4 8 0,11-9 0,0 12 0,-24 0 0,18 0 0,-17 0 0,23 0 0,-12-23 0,9 17 0,-8-18 0,11 24 0,0 0 0</inkml:trace>
  <inkml:trace contextRef="#ctx0" brushRef="#br0" timeOffset="154634">31421 12981 24575,'-14'11'0,"-21"-8"0,17 9 0,-20 0 0,12-10 0,-16 8 0,-1 4 0,2 12 0,-21-8 0,-19-1 0,11 1 0,29-2 0,0 0 0,-23 3 0,-11 1 0,7-1 0,4 1 0,8 1 0,11 1 0,2 0 0,4-2 0,5-2 0,11-7 0,20-11 0,-9 0 0,1 0 0,8 0 0,-9 0 0,0 12 0,-14-9 0,-3 9 0,-9-12 0,0 11 0,9-8 0,-33 9 0,30-12 0,-18 0 0,36 12 0,-10-9 0,22 8 0,-22-11 0,21 0 0,-8 0 0</inkml:trace>
  <inkml:trace contextRef="#ctx0" brushRef="#br0" timeOffset="157398">30028 13165 24575,'0'14'0,"-12"10"0,9-22 0,-20 22 0,20-21 0,-21 32 0,10-18 0,-36 33 0,18-21 0,1 3 0,1-3 0,0-8 0,-19 14 0,31-23 0,-17 2 0,21 12 0,-13-11 0,1 8 0,11-20 0,4 9 0,11 0 0,11-9 0,-8 8 0,9 13 0,11-7 0,30 21 0,-6-23 0,2-4 0,-25-11 0,-10 0 0,1 0 0,-3 0 0,-12 12 0,11-9 0,16 9 0,-10-12 0,7 0 0,-13 0 0,4 11 0,11-8 0,12 9 0,-20-12 0,5 0 0,12 0 0,-26 0 0,26 0 0,-23 0 0,-9 0 0,8 0 0,-11 0 0,0-12 0,0-2 0,0-13 0,0 13 0,0-33 0,0 2 0,0 0 0,0-11 0,0 0 0,0 7 0,0 31 0,0-8 0,0 3 0,0 20 0,-11-9 0,8 1 0,-9 8 0,12-32 0,0 29 0,-12-29 0,9 32 0,-8-9 0,11 12 0,0 0 0,0-12 0,-24 10 0,18-10 0,-17 12 0,23 0 0,0 0 0,0 0 0</inkml:trace>
  <inkml:trace contextRef="#ctx0" brushRef="#br0" timeOffset="170015">27609 13165 24575,'64'0'0,"-25"0"0,1 0 0,1 0 0,0 0 0,26 0 0,-17 0 0,-24 0 0,-12 0 0,10 0 0,-21 0 0,32 0 0,-18 0 0,21 0 0,-23 0 0,-3 0 0,-12 0 0,11 11 0,-8-8 0,9 9 0,-12-12 0,-12 0 0,-2 0 0,-13 0 0,13 0 0,-21 0 0,17 0 0,-8 0 0,2 0 0,22 0 0,-22 0 0,10 0 0,-13-12 0,13 9 0,2-8 0,-11 11 0,17 0 0,-18 0 0,71 0 0,-35 0 0,46 0 0,-55 0 0,9 0 0,-12 0 0</inkml:trace>
  <inkml:trace contextRef="#ctx0" brushRef="#br0" timeOffset="172334">28739 12114 24575,'-11'14'0,"-4"33"0,0-27 0,4 18 0,11-26 0,-12-12 0,9 0 0,-9 0 0,1 12 0,8-10 0,-9 10 0,12-12 0,0 0 0,0 12 0,-23-9 0,17 8 0,-17-11 0,23 0 0,0 0 0,-12 12 0,9-9 0,-9 9 0,12-12 0</inkml:trace>
  <inkml:trace contextRef="#ctx0" brushRef="#br0" timeOffset="185070">28213 11903 24575,'-38'0'0,"-2"0"0,-13 12 0,0-9 0,12 9 0,4-1 0,10-8 0,13 9 0,-21-12 0,29 0 0,-18 12 0,13-10 0,-4 10 0,0-12 0,-8 0 0,8 23 0,1-17 0,2 18 0,0-13 0,10-8 0,-45 21 0,15-10 0,-9 1 0,17-3 0,13-1 0,8-8 0,-21 20 0,22-20 0,-10 9 0,-12 11 0,19-5 0,-19 8 0,13-14 0,8-12 0,-9 0 0,12 0 0,0 12 0,-12 2 0,9 1 0,-20 20 0,20-29 0,-9 40 0,12-40 0,0 18 0,0-13 0,0-8 0,-11 21 0,8-22 0,-9 10 0,12 0 0,0-9 0,0 8 0,0 1 0,0-9 0,-12 20 0,9 4 0,-32-10 0,30 6 0,-19-23 0,24 12 0,0 3 0,-12 11 0,10 0 0,-22 24 0,10-18 0,-1 18 0,3-36 0,12-2 0,0 0 0,0-9 0,0 8 0,-11-11 0,8 12 0,-9-9 0,12 9 0,0-12 0,0 23 0,0-17 0,0 29 0,0-32 0,0 20 0,0-8 0,0 11 0,12-12 0,-9 10 0,8-21 0,-11 8 0,0 13 0,12-18 0,-9 29 0,9-32 0,-12 8 0,0-11 0,0 12 0,11 3 0,-8-1 0,9-2 0,0-12 0,-10 12 0,34 2 0,4 36 0,4-18 0,3-5 0,3-5 0,11-7 0,6 8 0,-8-20 0,-42 9 0,47-9 0,15-6 0,-23 3 0,-1 0 0,16 1 0,4-2 0,-4-5 0,3-4 0,-17 3 0,-13 1 0,25-7 0,-10 2 0,-47 11 0,-9 0 0,20 0 0,-20 0 0,32 0 0,-5 0 0,-1 0 0,-6 0 0,-11-11 0,2 8 0,1-9 0,32 1 0,-15 8 0,32-9 0,-35 12 0,18-23 0,-41 17 0,29-29 0,-32 32 0,9-9 0,-12 0 0,0 10 0,23-34 0,-17 31 0,12-37 0,-1-10 0,-14 11 0,3-14 0,0-1 0,-6 13 0,0-7 0,0 35 0,0-8 0,0 8 0,0 1 0,0-45 0,0 1 0,0 0 0,0-12 0,0 64 0,0-18 0,0 13 0,0-16 0,0-13 0,0 10 0,-12-5 0,9 21 0,-9-13 0,12 13 0,0 2 0,-23 0 0,17-2 0,-17-1 0,11-20 0,9 29 0,-9-17 0,12 23 0,-11-12 0,8 9 0,-9-8 0,-11-1 0,5 9 0,-31-20 0,19 20 0,-8-9 0,12 12 0,-35 0 0,26-11 0,-15 8 0,38-9 0,12 12 0,-11 0 0,8 0 0,-21 0 0,21-12 0,-32 9 0,-6-32 0,-2 29 0,-7-17 0,35 23 0,-8 0 0,8 0 0,1 0 0,-21 0 0,29 0 0,-29 0 0,20 0 0,1 0 0,2 0 0,12 0 0,-12-12 0,9 10 0,-8-10 0,11 12 0,-12 0 0,9 0 0,-20 0 0,20 0 0,-9 0 0,-11 0 0,5 0 0,-8 0 0,2 0 0,22 0 0,-10 0 0,12 0 0</inkml:trace>
  <inkml:trace contextRef="#ctx0" brushRef="#br0" timeOffset="189684">28450 13480 24575,'-29'0'0,"6"0"0,11 0 0,9 0 0,-9 0 0,1 0 0,-4 0 0,-11 0 0,-16 0 0,-1 0 0,2 0 0,-2 0 0,1 0 0,4 0 0,21 0 0,-7 0 0,24 0 0,-11 0 0,8 0 0,-21 0 0,22 0 0,-10-23 0,12 17 0,-12-18 0,-2 24 0,-13 0 0,-11 24 0,-3-18 0,-11 17 0,23-23 0,-7 0 0,34 0 0,-33 0 0,29 0 0,-29 0 0,20 0 0,-23 12 0,9-10 0,-21 10-6784,33-24 6784,-18 10 0,32-10 0,-9 12 0,0 0 0,-2 0 0,-13 12 0,13-10 6784,-10 10-6784,21-12 0,-32 0 0,18 0 0,-9 0 0,14 0 0,12 0 0,0 0 0,-12 12 0,9-9 0,-8 8 0,-1-11 0,9 0 0,-20 12 0,20-9 0,-9 9 0,0-12 0,9 0 0,-32 11 0,6 4 0,-3 4 0,0 0 0,0-2 0,-27 7 0,42-13 0,-10-8 0,16 9 0,11-12 0,0 12 0,0 2 0,0 13 0,0-1 0,0 12 0,0-21 0,0 18 0,0-32 0,-12 21 0,9-21 0,-9 20 0,12-20 0,0 32 0,-11-6 0,8 0 0,-9 6 0,12-8 0,-12 2 0,10 9 0,-10 0 0,12-21 0,0 18 0,0-8 0,0 13 0,0 13 0,0-24 0,0 6 0,0-32 0,0 20 0,0 4 0,0 25 0,0-8 0,0-6 0,0-15 0,0-20 0,0 21 0,12-10 0,14 36 0,3-6 0,-3 8 0,-14-25 0,11-16 0,-17-11 0,18 12 0,-1-9 0,6 20 0,36-20 0,-25 14 0,-2 1 0,9-12 0,-2 5 0,4 1 0,-8-5 0,-1-2 0,-2-3 0,0-1 0,17 5 0,-2 0 0,3-6 0,-17 0 0,1 0 0,15 0 0,-5 0 0,-12-12 0,-20 9 0,17-9 0,6 11 0,2 2 0,13-1 0,1-6 0,12-3 0,-14 1 0,-8 2 0,12-7 0,-13 3 0,-43 10 0,9 0 0,11 0 0,-6-12 0,21-3 0,0 1 0,-8-9 0,-4 20 0,9-9 0,-29 0 0,29-2 0,-32-24 0,8 9 0,1-33 0,3 30 0,-1-41 0,10 18 0,-5 15 0,0 1 0,1-17 0,27 7 0,-44 22 0,20 13 0,-20-10 0,9-13 0,-12 4 0,0-16 0,0 22 0,0 1 0,0 0 0,0-12 0,0 20 0,0-17 0,0 21 0,0-24 0,0 20 0,0-17 0,0 9 0,-12-3 0,9-9 0,-20 23 0,20 4 0,-32-1 0,17-14 0,-10-9 0,-5-6 0,4-2 0,2 1 0,5 6 0,1 2 0,-14-13 0,35 47 0,-12-11 0,9 8 0,-9-9 0,12 12 0</inkml:trace>
  <inkml:trace contextRef="#ctx0" brushRef="#br0" timeOffset="191363">25137 14216 24575,'15'-30'0,"8"7"0,-20 23 0,20-12 0,27-2 0,-3-1 0,9 4 0,-1-1 0,-17-3 0,32 1 0,-20 2 0,-4 12 0,-1 0 0,-2 0 0,-11 0 0,3 0 0</inkml:trace>
  <inkml:trace contextRef="#ctx0" brushRef="#br0" timeOffset="192982">31237 3259 24575,'-14'40'0,"2"22"0,-6-30 0,1 3 0,13 15 0,-1 5 0,-12-9 0,-6 3 0,5-1-2783,9 20 1,0 1 2782,-8-12 0,-5 2 0,0 3 0,5-4 0,2 4 0,-2 0 0,-1-1 0,-4-4 0,-2-1 0,-1 1 0,2 0 0,2 5 0,2 1 0,-1-1 0,-2 0 0,-1-6 0,-1-1 0,-1 0 0,-2 3 0,-1 3 0,-2 3 0,-1 1 0,-1 1 0,1-3-233,2-6 0,0-2 0,0 1 0,0-1 1,-1 2 232,-1 5 0,-1 4 0,0-2 0,0-2 0,1-7-1519,-8 5 1,0-6 0,6-4 1518,11 1 0,0 0-144,-11 2 1,-7 3-1,5-1 144,8 6 0,2 0 784,-4-12 1,-4 1-1,7-9-784,0 9 484,14-38 0,12-12 0,0 0 1</inkml:trace>
  <inkml:trace contextRef="#ctx0" brushRef="#br0" timeOffset="194780">29554 6280 24575,'0'46'0,"0"-1"0,0-4 0,0 0 0,0-3 0,0 2 0,0 23 0,0-3 0,0-5 0,0 8 0,0 6 0,6-9 0,0-3 0,-5-17 0,1 1 0,10 34 0,-1-7 0,-8-33 0,9 27 0,-12-24 0,0-9 0,0 32 0,0-40 0,0 25 0,0-31 0,0 0 0,0-4 0,23-69 0,18 20 0,-10-4 0,6-4 0,-2 13 0,4 1 0,0-2 0,-1-1 0,0-1 0,-3-4-442,3-11 1,-2-4-1,-1 3 442,6 2 0,-6 1 0,-20 0 0,-4 2 0,12-17 0,-20 17 0,9-3 0,-12 39 0,0-1 1325,0 9-1325,0-9 0,0 1 0,0 8 0,11-9 0,-8 12 0,-3 0 0,-3 0 0,-8 0 0,-1-12 0,9 9 0,-20-8 0,-3 11 0,8-24 0,-29 19 0,30-19 0,-21 24 0,11 0 0,-34 0 0,6-5 0,-7-1 0,-7 4 0,-2 1 0,17-3 0,-1-1 0,6 2 0,6 2 0,4 2 0,-19-1 0,55 0 0,-9 0 0,12 0 0</inkml:trace>
  <inkml:trace contextRef="#ctx0" brushRef="#br0" timeOffset="205704">22034 16659 24575,'54'0'0,"0"0"0,-13 0 0,0 0 0,7 1 0,4-1 0,0-1 0,19-4 0,-2-1 0,-5 0 0,-2-3 0,0-10 0,-4 0 0,-16 11 0,-8-2 0,-8-13 0,33 11 0,-8 10 0,3 2 0,-13-1 0,0 2 0,18-2 0,-10 4 0,-35 9 0,-2-12 0,-12 0 0</inkml:trace>
  <inkml:trace contextRef="#ctx0" brushRef="#br0" timeOffset="208999">23191 16423 24575,'38'0'0,"0"0"0,9 11 0,14-8 0,-46 9 0,-3 0 0,-1-9 0,-8 8 0,9-11 0,11 0 0,-17 12 0,18-9 0,-24 9 0,0-12 0,0 11 0,-24-8 0,18 9 0,-17 0 0,0 25 0,17-16 0,-18 14 0,24-23 0,-11-9 0,8 8 0,-9-11 0,0 12 0,-2-9 0,-1 9 0,3-1 0,-11-8 0,17 9 0,-17-12 0,23 11 0,0-8 0,0 9 0,0-12 0,-12 0 0,-2 0 0,-1-12 0,-8 9 0,20-8 0,-9-1 0,12 9 0,0-20 0,0 8 0,0 1 0,0-10 0,0 21 0,0-32 0,0 18 0,0-21 0,0 12 0,0 11 0,0 3 0,0 1 0,0 8 0,0-9 0,0 12 0,0 0 0,12 0 0,-9 0 0,8 0 0,-11 0 0,24 12 0,40 14 0,-23-11 0,3-1 0,4 0 0,-3-2 0,8 0 0,-30 11 0,-23-17 0,0 29 0,0-20 0,-12 11 0,10 1 0,-10-1 0,12 47 0,0-47 0,-12 32 0,9-58 0,-8 0 0,11 0 0,0 0 0,-24 0 0,18 0 0,-29 0 0,32 0 0,-20 0 0,20 0 0,-9-11 0,12 8 0,-11-21 0,8 22 0,-9-10 0,12 12 0,0 0 0,0-12 0,0 9 0,0-8 0</inkml:trace>
  <inkml:trace contextRef="#ctx0" brushRef="#br0" timeOffset="216983">24953 17973 24575,'38'0'0,"-1"-5"0,2-2 0,11-7 0,10 6 0,-1 1 0,-21-5 0,24 12 0,-39 0 0,3 0 0,10 0 0,4 0 0,22 0 0,-7 6 0,1 0 0,2-3 0,-20 3 0,0 0 0,15-6 0,-47 0 0,-1 0 0,-43 0 0,0 0 0,21 0 0,-18 0 0,9 0 0,-4 0 0,4 0 0,14 0 0,1 0 0,8 0 0,-21 0 0,10 0 0,-13 0 0,-22 0 0,5-12 0,3 9 0,6-9 0,32 12 0,-20 0 0,-4 0 0,10 0 0,-18 0 0,9 0 0,-4 12 0,-8-9 0,0 9 0,21-12 0,-30 0 0,41 0 0,-29 0 0,32 0 0,-8 0 0</inkml:trace>
  <inkml:trace contextRef="#ctx0" brushRef="#br0" timeOffset="222980">24795 15030 24575,'15'0'0,"8"12"0,-20-9 0,21 20 0,-22-20 0,22 32 0,-21-17 0,32 8 0,-18 9 0,21-6 0,-19 2 0,0 2 0,8-4 0,-1-2 0,6 14 0,3-18 0,-35-23 0,0 0 0</inkml:trace>
  <inkml:trace contextRef="#ctx0" brushRef="#br0" timeOffset="225000">24900 15398 24575,'24'15'0,"-18"-4"0,17-11 0,-23 0 0,12 12 0,2 14 0,1-8 0,8 5 0,-20-23 0,9 12 0,0-9 0,-10 8 0,22-11 0,-21 0 0,8 0 0,-11-11 0,0 8 0,0-9 0,0-11 0,0 17 0,0-17 0,0 11 0,24-3 0,-18 1 0,17-10 0,-23 21 0,12-8 0,-9-1 0,8 9 0,-11-20 0,0 20 0,0-9 0,0 12 0,0 0 0,-11 12 0,8 2 0,-32 1 0,29-3 0,-18-1 0,13-8 0,8 9 0,-9 0 0,12-9 0,0 8 0,0-11 0,-12 0 0,10 12 0,-10-9 0,0-3 0,9-3 0,-20-9 0,20 12 0,-9 0 0,12 0 0</inkml:trace>
  <inkml:trace contextRef="#ctx0" brushRef="#br0" timeOffset="230835">27293 17158 24575,'53'0'0,"11"12"0,-15-4 0,4-1 0,1 0 0,3 0-863,-1-2 1,4-1 0,3-1 862,6-2 0,3-1 0,-3-1 0,-10 1 0,-2 0 0,-1 0 0,-3 0 0,-2 0 0,-3 0 412,1-1 0,-1 2-412,4 4 0,1 2 0,-3 0 0,2 0 0,2-2 0,4 0 0,-9 0 0,3 7 213,21-6 0,-5-1-213,-39-2 0,15 4 0,-4-2 0,-25-5 1337,-3 0-1337,-36 0 0,-17 0 0,-10 6 0,-14 4 0,-3-3 0,0-4 0,-1-3 0,-7 3-783,11 3 1,-6 1 0,-3 2 0,2-1 0,4-3 782,-1-3 0,4-1 0,1-2 0,-1 2 0,-3 2 0,1 0 0,0 0 0,3 0 0,-7-3 0,2 0 0,1 0-139,-1 0 0,0 0 0,6 0 139,-5 0 0,7 0 0,2 0 0,25 0 0,45 0 0,-8 0 0,9 0 3812,0 0-3812,28 0 0,16 0 0,-3 0 0,6 0 0,4 0-1141,6 0 0,7 1 0,0-1 0,-4-1 1141,-3-3 0,-4 0 0,5 0 0,-9 3 0,6 1 0,1 0 0,-2-1 0,-7 0-102,4-3 1,-6 0 0,2 0 101,10 3 0,1 2 0,-5-1 0,1 0 0,-9 0 0,1 0 0,9 0 0,-18-6 0,6-3 0,-4 1 0,-1 6 0,-3-2 0,7-9 0,-12 3 0,-33 10 0,-21 0 0,12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bfaac542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bfaac542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4aad38d1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g114aad38d1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14aad38d1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114aad38d1e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bfaac542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bfaac542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b58695bc6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b58695bc6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b58695bc6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b58695bc6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bfaac54299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bfaac54299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4aad38d1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4aad38d1e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bfaac54299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gbfaac54299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bfaac54299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bfaac54299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bfaac542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bfaac542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58695bc6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b58695bc6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58695bc6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b58695bc6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9239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58695bc6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b58695bc6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0420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58695bc6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b58695bc6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085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58695bc6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gb58695bc6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9525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b58695bc6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gb58695bc64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14aad38d1e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14aad38d1e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bfaac54299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gbfaac54299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bfaac54299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gbfaac54299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bfaac54299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gbfaac54299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6" name="Google Shape;4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5" name="Google Shape;4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bfaac5429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gbfaac5429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76c6a44f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76c6a44f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>
          <a:extLst>
            <a:ext uri="{FF2B5EF4-FFF2-40B4-BE49-F238E27FC236}">
              <a16:creationId xmlns:a16="http://schemas.microsoft.com/office/drawing/2014/main" id="{B63B77E0-AABD-4A04-3B49-51F6EC53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76c6a44f26_0_0:notes">
            <a:extLst>
              <a:ext uri="{FF2B5EF4-FFF2-40B4-BE49-F238E27FC236}">
                <a16:creationId xmlns:a16="http://schemas.microsoft.com/office/drawing/2014/main" id="{776C1E7F-97E9-A4B0-7F46-4B96AE802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76c6a44f26_0_0:notes">
            <a:extLst>
              <a:ext uri="{FF2B5EF4-FFF2-40B4-BE49-F238E27FC236}">
                <a16:creationId xmlns:a16="http://schemas.microsoft.com/office/drawing/2014/main" id="{4666DD77-1E4A-406C-E27D-86349DC629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6765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bfaac5429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4" name="Google Shape;554;gbfaac5429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8" name="Google Shape;5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bfaac5429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4" name="Google Shape;604;gbfaac5429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2" name="Google Shape;6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9" name="Google Shape;7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6" name="Google Shape;7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bfaac54299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6" name="Google Shape;786;gbfaac54299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b58695bc64_0_7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b58695bc64_0_7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gb58695bc64_0_7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paperspace.com/intro-to-optimization-in-deep-learning-gradient-descent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backpropagation&amp;tbm=isch&amp;tbs=itp%3Aanimated&amp;hl=en&amp;ved=0CAMQpwVqFwoTCIDx0LXVsOcCFQAAAAAdAAAAABAC&amp;biw=1213&amp;bih=608#imgrc=CufDRhQcARzdoM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customXml" Target="../ink/ink4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customXml" Target="../ink/ink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customXml" Target="../ink/ink9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customXml" Target="../ink/ink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customXml" Target="../ink/ink11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customXml" Target="../ink/ink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customXml" Target="../ink/ink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835708" y="15260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-US"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Course</a:t>
            </a:r>
            <a:endParaRPr sz="5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835700" y="36155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Network Training and Loss Functions</a:t>
            </a:r>
            <a:endParaRPr sz="28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429725-33F7-7DEB-ECBF-D2FC8453A4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bfaac54299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Reminder: Network Architecture </a:t>
            </a:r>
            <a:endParaRPr/>
          </a:p>
        </p:txBody>
      </p:sp>
      <p:sp>
        <p:nvSpPr>
          <p:cNvPr id="95" name="Google Shape;95;gbfaac54299_0_0"/>
          <p:cNvSpPr/>
          <p:nvPr/>
        </p:nvSpPr>
        <p:spPr>
          <a:xfrm>
            <a:off x="2901125" y="24241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bfaac54299_0_0"/>
          <p:cNvSpPr/>
          <p:nvPr/>
        </p:nvSpPr>
        <p:spPr>
          <a:xfrm>
            <a:off x="2901125" y="31099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bfaac54299_0_0"/>
          <p:cNvSpPr/>
          <p:nvPr/>
        </p:nvSpPr>
        <p:spPr>
          <a:xfrm>
            <a:off x="2901125" y="3795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bfaac54299_0_0"/>
          <p:cNvSpPr/>
          <p:nvPr/>
        </p:nvSpPr>
        <p:spPr>
          <a:xfrm>
            <a:off x="4539485" y="24190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bfaac54299_0_0"/>
          <p:cNvSpPr/>
          <p:nvPr/>
        </p:nvSpPr>
        <p:spPr>
          <a:xfrm>
            <a:off x="4539485" y="31048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bfaac54299_0_0"/>
          <p:cNvSpPr/>
          <p:nvPr/>
        </p:nvSpPr>
        <p:spPr>
          <a:xfrm>
            <a:off x="4539485" y="37906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bfaac54299_0_0"/>
          <p:cNvSpPr/>
          <p:nvPr/>
        </p:nvSpPr>
        <p:spPr>
          <a:xfrm>
            <a:off x="8863805" y="2652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bfaac54299_0_0"/>
          <p:cNvSpPr/>
          <p:nvPr/>
        </p:nvSpPr>
        <p:spPr>
          <a:xfrm rot="10800000" flipH="1">
            <a:off x="3510965" y="4056702"/>
            <a:ext cx="1028538" cy="46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Google Shape;103;gbfaac54299_0_0"/>
          <p:cNvSpPr/>
          <p:nvPr/>
        </p:nvSpPr>
        <p:spPr>
          <a:xfrm rot="10800000" flipH="1">
            <a:off x="3510965" y="3371622"/>
            <a:ext cx="1028538" cy="690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Google Shape;104;gbfaac54299_0_0"/>
          <p:cNvSpPr/>
          <p:nvPr/>
        </p:nvSpPr>
        <p:spPr>
          <a:xfrm rot="10800000" flipH="1">
            <a:off x="3510965" y="2685102"/>
            <a:ext cx="1028538" cy="13762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Google Shape;105;gbfaac54299_0_0"/>
          <p:cNvSpPr/>
          <p:nvPr/>
        </p:nvSpPr>
        <p:spPr>
          <a:xfrm>
            <a:off x="3510965" y="3376680"/>
            <a:ext cx="1028538" cy="6804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Google Shape;106;gbfaac54299_0_0"/>
          <p:cNvSpPr/>
          <p:nvPr/>
        </p:nvSpPr>
        <p:spPr>
          <a:xfrm rot="10800000" flipH="1">
            <a:off x="3510965" y="3370902"/>
            <a:ext cx="1028538" cy="46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Google Shape;107;gbfaac54299_0_0"/>
          <p:cNvSpPr/>
          <p:nvPr/>
        </p:nvSpPr>
        <p:spPr>
          <a:xfrm rot="10800000" flipH="1">
            <a:off x="3510965" y="2685822"/>
            <a:ext cx="1028538" cy="690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Google Shape;108;gbfaac54299_0_0"/>
          <p:cNvSpPr/>
          <p:nvPr/>
        </p:nvSpPr>
        <p:spPr>
          <a:xfrm>
            <a:off x="3510965" y="2690880"/>
            <a:ext cx="1028538" cy="13662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Google Shape;109;gbfaac54299_0_0"/>
          <p:cNvSpPr/>
          <p:nvPr/>
        </p:nvSpPr>
        <p:spPr>
          <a:xfrm>
            <a:off x="3510965" y="2690880"/>
            <a:ext cx="1028538" cy="6804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Google Shape;110;gbfaac54299_0_0"/>
          <p:cNvSpPr/>
          <p:nvPr/>
        </p:nvSpPr>
        <p:spPr>
          <a:xfrm rot="10800000" flipH="1">
            <a:off x="3510965" y="2685102"/>
            <a:ext cx="1028538" cy="46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Google Shape;111;gbfaac54299_0_0"/>
          <p:cNvSpPr/>
          <p:nvPr/>
        </p:nvSpPr>
        <p:spPr>
          <a:xfrm rot="5400000" flipH="1">
            <a:off x="3072035" y="1642830"/>
            <a:ext cx="190200" cy="914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bfaac54299_0_0"/>
          <p:cNvSpPr/>
          <p:nvPr/>
        </p:nvSpPr>
        <p:spPr>
          <a:xfrm rot="5400000" flipH="1">
            <a:off x="6219275" y="160470"/>
            <a:ext cx="201600" cy="38667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bfaac54299_0_0"/>
          <p:cNvSpPr/>
          <p:nvPr/>
        </p:nvSpPr>
        <p:spPr>
          <a:xfrm rot="5400000" flipH="1">
            <a:off x="8996555" y="1642830"/>
            <a:ext cx="190200" cy="914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bfaac54299_0_0"/>
          <p:cNvSpPr/>
          <p:nvPr/>
        </p:nvSpPr>
        <p:spPr>
          <a:xfrm>
            <a:off x="2691605" y="1735080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bfaac54299_0_0"/>
          <p:cNvSpPr/>
          <p:nvPr/>
        </p:nvSpPr>
        <p:spPr>
          <a:xfrm>
            <a:off x="4291805" y="1738320"/>
            <a:ext cx="39621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bfaac54299_0_0"/>
          <p:cNvSpPr/>
          <p:nvPr/>
        </p:nvSpPr>
        <p:spPr>
          <a:xfrm>
            <a:off x="8559245" y="1738320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bfaac54299_0_0"/>
          <p:cNvSpPr/>
          <p:nvPr/>
        </p:nvSpPr>
        <p:spPr>
          <a:xfrm>
            <a:off x="3069605" y="432888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bfaac54299_0_0"/>
          <p:cNvSpPr/>
          <p:nvPr/>
        </p:nvSpPr>
        <p:spPr>
          <a:xfrm>
            <a:off x="4724885" y="431916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bfaac54299_0_0"/>
          <p:cNvSpPr/>
          <p:nvPr/>
        </p:nvSpPr>
        <p:spPr>
          <a:xfrm>
            <a:off x="6120605" y="24241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bfaac54299_0_0"/>
          <p:cNvSpPr/>
          <p:nvPr/>
        </p:nvSpPr>
        <p:spPr>
          <a:xfrm>
            <a:off x="6120605" y="31099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bfaac54299_0_0"/>
          <p:cNvSpPr/>
          <p:nvPr/>
        </p:nvSpPr>
        <p:spPr>
          <a:xfrm>
            <a:off x="6120605" y="3795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bfaac54299_0_0"/>
          <p:cNvSpPr/>
          <p:nvPr/>
        </p:nvSpPr>
        <p:spPr>
          <a:xfrm>
            <a:off x="6306005" y="432420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bfaac54299_0_0"/>
          <p:cNvSpPr/>
          <p:nvPr/>
        </p:nvSpPr>
        <p:spPr>
          <a:xfrm>
            <a:off x="7644845" y="24241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bfaac54299_0_0"/>
          <p:cNvSpPr/>
          <p:nvPr/>
        </p:nvSpPr>
        <p:spPr>
          <a:xfrm>
            <a:off x="7644845" y="31099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bfaac54299_0_0"/>
          <p:cNvSpPr/>
          <p:nvPr/>
        </p:nvSpPr>
        <p:spPr>
          <a:xfrm>
            <a:off x="7644845" y="3795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bfaac54299_0_0"/>
          <p:cNvSpPr/>
          <p:nvPr/>
        </p:nvSpPr>
        <p:spPr>
          <a:xfrm>
            <a:off x="7829885" y="432420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bfaac54299_0_0"/>
          <p:cNvSpPr/>
          <p:nvPr/>
        </p:nvSpPr>
        <p:spPr>
          <a:xfrm>
            <a:off x="6730445" y="2690880"/>
            <a:ext cx="914058" cy="37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gbfaac54299_0_0"/>
          <p:cNvSpPr/>
          <p:nvPr/>
        </p:nvSpPr>
        <p:spPr>
          <a:xfrm>
            <a:off x="6730445" y="2690880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Google Shape;129;gbfaac54299_0_0"/>
          <p:cNvSpPr/>
          <p:nvPr/>
        </p:nvSpPr>
        <p:spPr>
          <a:xfrm>
            <a:off x="6730445" y="2690880"/>
            <a:ext cx="914058" cy="13712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Google Shape;130;gbfaac54299_0_0"/>
          <p:cNvSpPr/>
          <p:nvPr/>
        </p:nvSpPr>
        <p:spPr>
          <a:xfrm rot="10800000" flipH="1">
            <a:off x="6730445" y="2690898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Google Shape;131;gbfaac54299_0_0"/>
          <p:cNvSpPr/>
          <p:nvPr/>
        </p:nvSpPr>
        <p:spPr>
          <a:xfrm>
            <a:off x="6730445" y="3376680"/>
            <a:ext cx="914058" cy="37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Google Shape;132;gbfaac54299_0_0"/>
          <p:cNvSpPr/>
          <p:nvPr/>
        </p:nvSpPr>
        <p:spPr>
          <a:xfrm>
            <a:off x="6730445" y="3376680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Google Shape;133;gbfaac54299_0_0"/>
          <p:cNvSpPr/>
          <p:nvPr/>
        </p:nvSpPr>
        <p:spPr>
          <a:xfrm rot="10800000" flipH="1">
            <a:off x="6730445" y="2690178"/>
            <a:ext cx="914058" cy="13712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Google Shape;134;gbfaac54299_0_0"/>
          <p:cNvSpPr/>
          <p:nvPr/>
        </p:nvSpPr>
        <p:spPr>
          <a:xfrm rot="10800000" flipH="1">
            <a:off x="6730445" y="3376698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gbfaac54299_0_0"/>
          <p:cNvSpPr/>
          <p:nvPr/>
        </p:nvSpPr>
        <p:spPr>
          <a:xfrm>
            <a:off x="6730445" y="4062480"/>
            <a:ext cx="914058" cy="37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Google Shape;136;gbfaac54299_0_0"/>
          <p:cNvSpPr/>
          <p:nvPr/>
        </p:nvSpPr>
        <p:spPr>
          <a:xfrm>
            <a:off x="8254325" y="2690880"/>
            <a:ext cx="609120" cy="2282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Google Shape;137;gbfaac54299_0_0"/>
          <p:cNvSpPr/>
          <p:nvPr/>
        </p:nvSpPr>
        <p:spPr>
          <a:xfrm rot="10800000" flipH="1">
            <a:off x="8254325" y="2918760"/>
            <a:ext cx="609120" cy="456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Google Shape;138;gbfaac54299_0_0"/>
          <p:cNvSpPr/>
          <p:nvPr/>
        </p:nvSpPr>
        <p:spPr>
          <a:xfrm rot="10800000" flipH="1">
            <a:off x="8254325" y="2919480"/>
            <a:ext cx="609120" cy="11426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Google Shape;139;gbfaac54299_0_0"/>
          <p:cNvSpPr/>
          <p:nvPr/>
        </p:nvSpPr>
        <p:spPr>
          <a:xfrm>
            <a:off x="8863805" y="34144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bfaac54299_0_0"/>
          <p:cNvSpPr/>
          <p:nvPr/>
        </p:nvSpPr>
        <p:spPr>
          <a:xfrm>
            <a:off x="8254325" y="3376680"/>
            <a:ext cx="609120" cy="3045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Google Shape;141;gbfaac54299_0_0"/>
          <p:cNvSpPr/>
          <p:nvPr/>
        </p:nvSpPr>
        <p:spPr>
          <a:xfrm rot="10800000" flipH="1">
            <a:off x="8254325" y="3680502"/>
            <a:ext cx="609120" cy="380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gbfaac54299_0_0"/>
          <p:cNvSpPr/>
          <p:nvPr/>
        </p:nvSpPr>
        <p:spPr>
          <a:xfrm>
            <a:off x="8254325" y="2690880"/>
            <a:ext cx="609120" cy="990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gbfaac54299_0_0"/>
          <p:cNvSpPr/>
          <p:nvPr/>
        </p:nvSpPr>
        <p:spPr>
          <a:xfrm>
            <a:off x="9054965" y="394800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bfaac54299_0_0"/>
          <p:cNvSpPr/>
          <p:nvPr/>
        </p:nvSpPr>
        <p:spPr>
          <a:xfrm rot="5400000">
            <a:off x="5543255" y="2246310"/>
            <a:ext cx="2415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bfaac54299_0_0"/>
          <p:cNvSpPr/>
          <p:nvPr/>
        </p:nvSpPr>
        <p:spPr>
          <a:xfrm rot="5400000">
            <a:off x="5568455" y="2926350"/>
            <a:ext cx="2415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bfaac54299_0_0"/>
          <p:cNvSpPr/>
          <p:nvPr/>
        </p:nvSpPr>
        <p:spPr>
          <a:xfrm rot="5400000">
            <a:off x="5568455" y="3612150"/>
            <a:ext cx="2415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65184E-CC65-A613-B782-3EA18FD23C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Logits and Activation Functions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357769" y="301857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2509902" y="314430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6577173" y="3123760"/>
            <a:ext cx="5239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 rot="5400000" flipH="1">
            <a:off x="2571120" y="1925302"/>
            <a:ext cx="190080" cy="9140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 rot="5400000" flipH="1">
            <a:off x="4152072" y="1752138"/>
            <a:ext cx="201960" cy="12484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 rot="5400000" flipH="1">
            <a:off x="5808050" y="1708239"/>
            <a:ext cx="190080" cy="1348165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2190600" y="201746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3677784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348435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4"/>
          <p:cNvCxnSpPr/>
          <p:nvPr/>
        </p:nvCxnSpPr>
        <p:spPr>
          <a:xfrm rot="10800000" flipH="1">
            <a:off x="3017179" y="332264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2" name="Google Shape;162;p4"/>
          <p:cNvCxnSpPr/>
          <p:nvPr/>
        </p:nvCxnSpPr>
        <p:spPr>
          <a:xfrm>
            <a:off x="4654347" y="3322643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3" name="Google Shape;163;p4"/>
          <p:cNvCxnSpPr>
            <a:endCxn id="154" idx="1"/>
          </p:cNvCxnSpPr>
          <p:nvPr/>
        </p:nvCxnSpPr>
        <p:spPr>
          <a:xfrm rot="10800000" flipH="1">
            <a:off x="6314673" y="3308426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64" name="Google Shape;164;p4"/>
          <p:cNvGrpSpPr/>
          <p:nvPr/>
        </p:nvGrpSpPr>
        <p:grpSpPr>
          <a:xfrm>
            <a:off x="5663946" y="2995579"/>
            <a:ext cx="677187" cy="648982"/>
            <a:chOff x="2190600" y="4888789"/>
            <a:chExt cx="677187" cy="648982"/>
          </a:xfrm>
        </p:grpSpPr>
        <p:sp>
          <p:nvSpPr>
            <p:cNvPr id="165" name="Google Shape;165;p4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4032354" y="2983935"/>
            <a:ext cx="677187" cy="648982"/>
            <a:chOff x="2190600" y="4888789"/>
            <a:chExt cx="677187" cy="648982"/>
          </a:xfrm>
        </p:grpSpPr>
        <p:sp>
          <p:nvSpPr>
            <p:cNvPr id="168" name="Google Shape;168;p4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4"/>
          <p:cNvSpPr/>
          <p:nvPr/>
        </p:nvSpPr>
        <p:spPr>
          <a:xfrm>
            <a:off x="2391014" y="4050696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2543147" y="4176427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4"/>
          <p:cNvCxnSpPr/>
          <p:nvPr/>
        </p:nvCxnSpPr>
        <p:spPr>
          <a:xfrm rot="10800000" flipH="1">
            <a:off x="3050424" y="4354762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3" name="Google Shape;173;p4"/>
          <p:cNvCxnSpPr/>
          <p:nvPr/>
        </p:nvCxnSpPr>
        <p:spPr>
          <a:xfrm>
            <a:off x="4687592" y="4354762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4" name="Google Shape;174;p4"/>
          <p:cNvCxnSpPr/>
          <p:nvPr/>
        </p:nvCxnSpPr>
        <p:spPr>
          <a:xfrm rot="10800000" flipH="1">
            <a:off x="6347913" y="4340545"/>
            <a:ext cx="262505" cy="142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75" name="Google Shape;175;p4"/>
          <p:cNvGrpSpPr/>
          <p:nvPr/>
        </p:nvGrpSpPr>
        <p:grpSpPr>
          <a:xfrm>
            <a:off x="5697191" y="4027698"/>
            <a:ext cx="677187" cy="648982"/>
            <a:chOff x="2190600" y="4888789"/>
            <a:chExt cx="677187" cy="648982"/>
          </a:xfrm>
        </p:grpSpPr>
        <p:sp>
          <p:nvSpPr>
            <p:cNvPr id="176" name="Google Shape;176;p4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4"/>
          <p:cNvGrpSpPr/>
          <p:nvPr/>
        </p:nvGrpSpPr>
        <p:grpSpPr>
          <a:xfrm>
            <a:off x="4065599" y="4016054"/>
            <a:ext cx="677187" cy="648982"/>
            <a:chOff x="2190600" y="4888789"/>
            <a:chExt cx="677187" cy="648982"/>
          </a:xfrm>
        </p:grpSpPr>
        <p:sp>
          <p:nvSpPr>
            <p:cNvPr id="179" name="Google Shape;179;p4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4"/>
          <p:cNvSpPr/>
          <p:nvPr/>
        </p:nvSpPr>
        <p:spPr>
          <a:xfrm>
            <a:off x="2443096" y="508498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2595229" y="521071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4"/>
          <p:cNvCxnSpPr/>
          <p:nvPr/>
        </p:nvCxnSpPr>
        <p:spPr>
          <a:xfrm rot="10800000" flipH="1">
            <a:off x="3102506" y="538905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4" name="Google Shape;184;p4"/>
          <p:cNvCxnSpPr/>
          <p:nvPr/>
        </p:nvCxnSpPr>
        <p:spPr>
          <a:xfrm>
            <a:off x="4739674" y="5389053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5" name="Google Shape;185;p4"/>
          <p:cNvCxnSpPr/>
          <p:nvPr/>
        </p:nvCxnSpPr>
        <p:spPr>
          <a:xfrm rot="10800000" flipH="1">
            <a:off x="6399995" y="5374836"/>
            <a:ext cx="262505" cy="142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86" name="Google Shape;186;p4"/>
          <p:cNvGrpSpPr/>
          <p:nvPr/>
        </p:nvGrpSpPr>
        <p:grpSpPr>
          <a:xfrm>
            <a:off x="5749273" y="5061989"/>
            <a:ext cx="677187" cy="648982"/>
            <a:chOff x="2190600" y="4888789"/>
            <a:chExt cx="677187" cy="648982"/>
          </a:xfrm>
        </p:grpSpPr>
        <p:sp>
          <p:nvSpPr>
            <p:cNvPr id="187" name="Google Shape;187;p4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4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4"/>
          <p:cNvGrpSpPr/>
          <p:nvPr/>
        </p:nvGrpSpPr>
        <p:grpSpPr>
          <a:xfrm>
            <a:off x="4117681" y="5050345"/>
            <a:ext cx="677187" cy="648982"/>
            <a:chOff x="2190600" y="4888789"/>
            <a:chExt cx="677187" cy="648982"/>
          </a:xfrm>
        </p:grpSpPr>
        <p:sp>
          <p:nvSpPr>
            <p:cNvPr id="190" name="Google Shape;190;p4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2" name="Google Shape;192;p4"/>
          <p:cNvCxnSpPr>
            <a:stCxn id="152" idx="6"/>
            <a:endCxn id="179" idx="2"/>
          </p:cNvCxnSpPr>
          <p:nvPr/>
        </p:nvCxnSpPr>
        <p:spPr>
          <a:xfrm>
            <a:off x="304470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3" name="Google Shape;193;p4"/>
          <p:cNvCxnSpPr/>
          <p:nvPr/>
        </p:nvCxnSpPr>
        <p:spPr>
          <a:xfrm>
            <a:off x="3054122" y="4354762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4" name="Google Shape;194;p4"/>
          <p:cNvCxnSpPr/>
          <p:nvPr/>
        </p:nvCxnSpPr>
        <p:spPr>
          <a:xfrm>
            <a:off x="4646154" y="3330961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5" name="Google Shape;195;p4"/>
          <p:cNvCxnSpPr/>
          <p:nvPr/>
        </p:nvCxnSpPr>
        <p:spPr>
          <a:xfrm>
            <a:off x="4747302" y="4364397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6" name="Google Shape;196;p4"/>
          <p:cNvCxnSpPr>
            <a:endCxn id="168" idx="2"/>
          </p:cNvCxnSpPr>
          <p:nvPr/>
        </p:nvCxnSpPr>
        <p:spPr>
          <a:xfrm rot="10800000" flipH="1">
            <a:off x="3046854" y="3309281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7" name="Google Shape;197;p4"/>
          <p:cNvCxnSpPr/>
          <p:nvPr/>
        </p:nvCxnSpPr>
        <p:spPr>
          <a:xfrm rot="10800000" flipH="1">
            <a:off x="3072363" y="4376442"/>
            <a:ext cx="985636" cy="108303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8" name="Google Shape;198;p4"/>
          <p:cNvCxnSpPr>
            <a:endCxn id="165" idx="2"/>
          </p:cNvCxnSpPr>
          <p:nvPr/>
        </p:nvCxnSpPr>
        <p:spPr>
          <a:xfrm rot="10800000" flipH="1">
            <a:off x="4758246" y="3320925"/>
            <a:ext cx="905700" cy="101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99" name="Google Shape;199;p4"/>
          <p:cNvCxnSpPr>
            <a:endCxn id="176" idx="2"/>
          </p:cNvCxnSpPr>
          <p:nvPr/>
        </p:nvCxnSpPr>
        <p:spPr>
          <a:xfrm rot="10800000" flipH="1">
            <a:off x="4791491" y="4353044"/>
            <a:ext cx="905700" cy="1029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00" name="Google Shape;200;p4"/>
          <p:cNvGrpSpPr/>
          <p:nvPr/>
        </p:nvGrpSpPr>
        <p:grpSpPr>
          <a:xfrm>
            <a:off x="8892220" y="2017462"/>
            <a:ext cx="677187" cy="648982"/>
            <a:chOff x="2190600" y="4888789"/>
            <a:chExt cx="677187" cy="648982"/>
          </a:xfrm>
        </p:grpSpPr>
        <p:sp>
          <p:nvSpPr>
            <p:cNvPr id="201" name="Google Shape;201;p4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4"/>
          <p:cNvSpPr txBox="1"/>
          <p:nvPr/>
        </p:nvSpPr>
        <p:spPr>
          <a:xfrm>
            <a:off x="9548229" y="2145987"/>
            <a:ext cx="214206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 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8316171" y="2152645"/>
            <a:ext cx="9240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6610418" y="4133208"/>
            <a:ext cx="5239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6677241" y="5142656"/>
            <a:ext cx="5239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9008075" y="2141850"/>
            <a:ext cx="33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9236675" y="2141850"/>
            <a:ext cx="33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E0FCBA-1552-2E59-F9E8-9ACFC54F4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4aad38d1e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Forward Propagation</a:t>
            </a:r>
            <a:endParaRPr/>
          </a:p>
        </p:txBody>
      </p:sp>
      <p:sp>
        <p:nvSpPr>
          <p:cNvPr id="214" name="Google Shape;214;g114aad38d1e_0_5"/>
          <p:cNvSpPr/>
          <p:nvPr/>
        </p:nvSpPr>
        <p:spPr>
          <a:xfrm>
            <a:off x="2357769" y="3018577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114aad38d1e_0_5"/>
          <p:cNvSpPr txBox="1"/>
          <p:nvPr/>
        </p:nvSpPr>
        <p:spPr>
          <a:xfrm>
            <a:off x="2509902" y="3144308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114aad38d1e_0_5"/>
          <p:cNvSpPr txBox="1"/>
          <p:nvPr/>
        </p:nvSpPr>
        <p:spPr>
          <a:xfrm>
            <a:off x="6577173" y="3123760"/>
            <a:ext cx="52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114aad38d1e_0_5"/>
          <p:cNvSpPr/>
          <p:nvPr/>
        </p:nvSpPr>
        <p:spPr>
          <a:xfrm rot="5400000" flipH="1">
            <a:off x="2571030" y="1925212"/>
            <a:ext cx="190200" cy="914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114aad38d1e_0_5"/>
          <p:cNvSpPr/>
          <p:nvPr/>
        </p:nvSpPr>
        <p:spPr>
          <a:xfrm rot="5400000" flipH="1">
            <a:off x="4152046" y="1752112"/>
            <a:ext cx="201900" cy="12486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114aad38d1e_0_5"/>
          <p:cNvSpPr/>
          <p:nvPr/>
        </p:nvSpPr>
        <p:spPr>
          <a:xfrm rot="5400000" flipH="1">
            <a:off x="5807973" y="1708162"/>
            <a:ext cx="190200" cy="13482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114aad38d1e_0_5"/>
          <p:cNvSpPr/>
          <p:nvPr/>
        </p:nvSpPr>
        <p:spPr>
          <a:xfrm>
            <a:off x="2190600" y="201746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114aad38d1e_0_5"/>
          <p:cNvSpPr/>
          <p:nvPr/>
        </p:nvSpPr>
        <p:spPr>
          <a:xfrm>
            <a:off x="3677784" y="202070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114aad38d1e_0_5"/>
          <p:cNvSpPr/>
          <p:nvPr/>
        </p:nvSpPr>
        <p:spPr>
          <a:xfrm>
            <a:off x="5348435" y="202070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114aad38d1e_0_5"/>
          <p:cNvCxnSpPr/>
          <p:nvPr/>
        </p:nvCxnSpPr>
        <p:spPr>
          <a:xfrm rot="10800000" flipH="1">
            <a:off x="3017179" y="3322561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4" name="Google Shape;224;g114aad38d1e_0_5"/>
          <p:cNvCxnSpPr/>
          <p:nvPr/>
        </p:nvCxnSpPr>
        <p:spPr>
          <a:xfrm>
            <a:off x="4654347" y="3322643"/>
            <a:ext cx="100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5" name="Google Shape;225;g114aad38d1e_0_5"/>
          <p:cNvCxnSpPr>
            <a:endCxn id="216" idx="1"/>
          </p:cNvCxnSpPr>
          <p:nvPr/>
        </p:nvCxnSpPr>
        <p:spPr>
          <a:xfrm rot="10800000" flipH="1">
            <a:off x="6314673" y="3308410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26" name="Google Shape;226;g114aad38d1e_0_5"/>
          <p:cNvGrpSpPr/>
          <p:nvPr/>
        </p:nvGrpSpPr>
        <p:grpSpPr>
          <a:xfrm>
            <a:off x="5663946" y="2995451"/>
            <a:ext cx="677187" cy="649238"/>
            <a:chOff x="2190600" y="4888661"/>
            <a:chExt cx="677187" cy="649238"/>
          </a:xfrm>
        </p:grpSpPr>
        <p:sp>
          <p:nvSpPr>
            <p:cNvPr id="227" name="Google Shape;227;g114aad38d1e_0_5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114aad38d1e_0_5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g114aad38d1e_0_5"/>
          <p:cNvGrpSpPr/>
          <p:nvPr/>
        </p:nvGrpSpPr>
        <p:grpSpPr>
          <a:xfrm>
            <a:off x="4032354" y="2983807"/>
            <a:ext cx="677187" cy="649238"/>
            <a:chOff x="2190600" y="4888661"/>
            <a:chExt cx="677187" cy="649238"/>
          </a:xfrm>
        </p:grpSpPr>
        <p:sp>
          <p:nvSpPr>
            <p:cNvPr id="230" name="Google Shape;230;g114aad38d1e_0_5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114aad38d1e_0_5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g114aad38d1e_0_5"/>
          <p:cNvSpPr/>
          <p:nvPr/>
        </p:nvSpPr>
        <p:spPr>
          <a:xfrm>
            <a:off x="2391014" y="4050696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14aad38d1e_0_5"/>
          <p:cNvSpPr txBox="1"/>
          <p:nvPr/>
        </p:nvSpPr>
        <p:spPr>
          <a:xfrm>
            <a:off x="2543147" y="4176427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g114aad38d1e_0_5"/>
          <p:cNvCxnSpPr/>
          <p:nvPr/>
        </p:nvCxnSpPr>
        <p:spPr>
          <a:xfrm rot="10800000" flipH="1">
            <a:off x="3050424" y="4354680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5" name="Google Shape;235;g114aad38d1e_0_5"/>
          <p:cNvCxnSpPr/>
          <p:nvPr/>
        </p:nvCxnSpPr>
        <p:spPr>
          <a:xfrm>
            <a:off x="4687592" y="4354762"/>
            <a:ext cx="100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6" name="Google Shape;236;g114aad38d1e_0_5"/>
          <p:cNvCxnSpPr/>
          <p:nvPr/>
        </p:nvCxnSpPr>
        <p:spPr>
          <a:xfrm rot="10800000" flipH="1">
            <a:off x="6347913" y="4340662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37" name="Google Shape;237;g114aad38d1e_0_5"/>
          <p:cNvGrpSpPr/>
          <p:nvPr/>
        </p:nvGrpSpPr>
        <p:grpSpPr>
          <a:xfrm>
            <a:off x="5697191" y="4027570"/>
            <a:ext cx="677187" cy="649238"/>
            <a:chOff x="2190600" y="4888661"/>
            <a:chExt cx="677187" cy="649238"/>
          </a:xfrm>
        </p:grpSpPr>
        <p:sp>
          <p:nvSpPr>
            <p:cNvPr id="238" name="Google Shape;238;g114aad38d1e_0_5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114aad38d1e_0_5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g114aad38d1e_0_5"/>
          <p:cNvGrpSpPr/>
          <p:nvPr/>
        </p:nvGrpSpPr>
        <p:grpSpPr>
          <a:xfrm>
            <a:off x="4065599" y="4015926"/>
            <a:ext cx="677187" cy="649238"/>
            <a:chOff x="2190600" y="4888661"/>
            <a:chExt cx="677187" cy="649238"/>
          </a:xfrm>
        </p:grpSpPr>
        <p:sp>
          <p:nvSpPr>
            <p:cNvPr id="241" name="Google Shape;241;g114aad38d1e_0_5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114aad38d1e_0_5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g114aad38d1e_0_5"/>
          <p:cNvSpPr/>
          <p:nvPr/>
        </p:nvSpPr>
        <p:spPr>
          <a:xfrm>
            <a:off x="2443096" y="5084987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14aad38d1e_0_5"/>
          <p:cNvSpPr txBox="1"/>
          <p:nvPr/>
        </p:nvSpPr>
        <p:spPr>
          <a:xfrm>
            <a:off x="2595229" y="5210718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g114aad38d1e_0_5"/>
          <p:cNvCxnSpPr/>
          <p:nvPr/>
        </p:nvCxnSpPr>
        <p:spPr>
          <a:xfrm rot="10800000" flipH="1">
            <a:off x="3102506" y="5388971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6" name="Google Shape;246;g114aad38d1e_0_5"/>
          <p:cNvCxnSpPr/>
          <p:nvPr/>
        </p:nvCxnSpPr>
        <p:spPr>
          <a:xfrm>
            <a:off x="4739674" y="5389053"/>
            <a:ext cx="100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7" name="Google Shape;247;g114aad38d1e_0_5"/>
          <p:cNvCxnSpPr/>
          <p:nvPr/>
        </p:nvCxnSpPr>
        <p:spPr>
          <a:xfrm rot="10800000" flipH="1">
            <a:off x="6399995" y="5374953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48" name="Google Shape;248;g114aad38d1e_0_5"/>
          <p:cNvGrpSpPr/>
          <p:nvPr/>
        </p:nvGrpSpPr>
        <p:grpSpPr>
          <a:xfrm>
            <a:off x="5749273" y="5061861"/>
            <a:ext cx="677187" cy="649238"/>
            <a:chOff x="2190600" y="4888661"/>
            <a:chExt cx="677187" cy="649238"/>
          </a:xfrm>
        </p:grpSpPr>
        <p:sp>
          <p:nvSpPr>
            <p:cNvPr id="249" name="Google Shape;249;g114aad38d1e_0_5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g114aad38d1e_0_5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g114aad38d1e_0_5"/>
          <p:cNvGrpSpPr/>
          <p:nvPr/>
        </p:nvGrpSpPr>
        <p:grpSpPr>
          <a:xfrm>
            <a:off x="4117681" y="5050217"/>
            <a:ext cx="677187" cy="649238"/>
            <a:chOff x="2190600" y="4888661"/>
            <a:chExt cx="677187" cy="649238"/>
          </a:xfrm>
        </p:grpSpPr>
        <p:sp>
          <p:nvSpPr>
            <p:cNvPr id="252" name="Google Shape;252;g114aad38d1e_0_5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g114aad38d1e_0_5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54" name="Google Shape;254;g114aad38d1e_0_5"/>
          <p:cNvCxnSpPr>
            <a:stCxn id="214" idx="6"/>
            <a:endCxn id="241" idx="2"/>
          </p:cNvCxnSpPr>
          <p:nvPr/>
        </p:nvCxnSpPr>
        <p:spPr>
          <a:xfrm>
            <a:off x="3044769" y="3331027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5" name="Google Shape;255;g114aad38d1e_0_5"/>
          <p:cNvCxnSpPr/>
          <p:nvPr/>
        </p:nvCxnSpPr>
        <p:spPr>
          <a:xfrm>
            <a:off x="3054122" y="4354762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6" name="Google Shape;256;g114aad38d1e_0_5"/>
          <p:cNvCxnSpPr/>
          <p:nvPr/>
        </p:nvCxnSpPr>
        <p:spPr>
          <a:xfrm>
            <a:off x="464615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7" name="Google Shape;257;g114aad38d1e_0_5"/>
          <p:cNvCxnSpPr/>
          <p:nvPr/>
        </p:nvCxnSpPr>
        <p:spPr>
          <a:xfrm>
            <a:off x="4747302" y="4364397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8" name="Google Shape;258;g114aad38d1e_0_5"/>
          <p:cNvCxnSpPr>
            <a:endCxn id="230" idx="2"/>
          </p:cNvCxnSpPr>
          <p:nvPr/>
        </p:nvCxnSpPr>
        <p:spPr>
          <a:xfrm rot="10800000" flipH="1">
            <a:off x="3046854" y="3309345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9" name="Google Shape;259;g114aad38d1e_0_5"/>
          <p:cNvCxnSpPr/>
          <p:nvPr/>
        </p:nvCxnSpPr>
        <p:spPr>
          <a:xfrm rot="10800000" flipH="1">
            <a:off x="3072363" y="4376472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0" name="Google Shape;260;g114aad38d1e_0_5"/>
          <p:cNvCxnSpPr>
            <a:endCxn id="227" idx="2"/>
          </p:cNvCxnSpPr>
          <p:nvPr/>
        </p:nvCxnSpPr>
        <p:spPr>
          <a:xfrm rot="10800000" flipH="1">
            <a:off x="4758246" y="3320989"/>
            <a:ext cx="905700" cy="101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1" name="Google Shape;261;g114aad38d1e_0_5"/>
          <p:cNvCxnSpPr>
            <a:endCxn id="238" idx="2"/>
          </p:cNvCxnSpPr>
          <p:nvPr/>
        </p:nvCxnSpPr>
        <p:spPr>
          <a:xfrm rot="10800000" flipH="1">
            <a:off x="4791491" y="4353108"/>
            <a:ext cx="905700" cy="1029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62" name="Google Shape;262;g114aad38d1e_0_5"/>
          <p:cNvGrpSpPr/>
          <p:nvPr/>
        </p:nvGrpSpPr>
        <p:grpSpPr>
          <a:xfrm>
            <a:off x="8892220" y="2017334"/>
            <a:ext cx="677187" cy="649238"/>
            <a:chOff x="2190600" y="4888661"/>
            <a:chExt cx="677187" cy="649238"/>
          </a:xfrm>
        </p:grpSpPr>
        <p:sp>
          <p:nvSpPr>
            <p:cNvPr id="263" name="Google Shape;263;g114aad38d1e_0_5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g114aad38d1e_0_5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g114aad38d1e_0_5"/>
          <p:cNvSpPr txBox="1"/>
          <p:nvPr/>
        </p:nvSpPr>
        <p:spPr>
          <a:xfrm>
            <a:off x="9548229" y="2145987"/>
            <a:ext cx="214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 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114aad38d1e_0_5"/>
          <p:cNvSpPr txBox="1"/>
          <p:nvPr/>
        </p:nvSpPr>
        <p:spPr>
          <a:xfrm>
            <a:off x="8316171" y="2152645"/>
            <a:ext cx="9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114aad38d1e_0_5"/>
          <p:cNvSpPr txBox="1"/>
          <p:nvPr/>
        </p:nvSpPr>
        <p:spPr>
          <a:xfrm>
            <a:off x="6610418" y="4133208"/>
            <a:ext cx="52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114aad38d1e_0_5"/>
          <p:cNvSpPr txBox="1"/>
          <p:nvPr/>
        </p:nvSpPr>
        <p:spPr>
          <a:xfrm>
            <a:off x="6677241" y="5142656"/>
            <a:ext cx="52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114aad38d1e_0_5"/>
          <p:cNvSpPr txBox="1"/>
          <p:nvPr/>
        </p:nvSpPr>
        <p:spPr>
          <a:xfrm>
            <a:off x="9008075" y="2141850"/>
            <a:ext cx="33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114aad38d1e_0_5"/>
          <p:cNvSpPr txBox="1"/>
          <p:nvPr/>
        </p:nvSpPr>
        <p:spPr>
          <a:xfrm>
            <a:off x="9236675" y="2141850"/>
            <a:ext cx="33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3F801A-AFA8-DA3A-0CF9-C65C745D34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53E4-31C8-055C-87A8-37BF12FA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98378-2884-DE50-D70D-291D70769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and Classification as Fundamental Tasks</a:t>
            </a:r>
          </a:p>
          <a:p>
            <a:r>
              <a:rPr lang="en-US" dirty="0"/>
              <a:t>Hand crafted parameters are OK, but let’s allow the Neural Network to learn the parameters instead</a:t>
            </a:r>
          </a:p>
          <a:p>
            <a:r>
              <a:rPr lang="en-US" dirty="0"/>
              <a:t>Neural Networks: units, layers, weights, biases</a:t>
            </a:r>
          </a:p>
          <a:p>
            <a:r>
              <a:rPr lang="en-US" dirty="0"/>
              <a:t>Generally, we supply the units and layers, and we allow the network to learn the weights and biases </a:t>
            </a:r>
          </a:p>
          <a:p>
            <a:r>
              <a:rPr lang="en-US" dirty="0"/>
              <a:t>Signal flows from the input layer to the output layer through a ‘Feed Forward Algorithm’</a:t>
            </a:r>
          </a:p>
          <a:p>
            <a:r>
              <a:rPr lang="en-US" dirty="0"/>
              <a:t>The input to a given unit is called a </a:t>
            </a:r>
            <a:r>
              <a:rPr lang="en-US" dirty="0">
                <a:solidFill>
                  <a:srgbClr val="FF0000"/>
                </a:solidFill>
              </a:rPr>
              <a:t>logit</a:t>
            </a:r>
            <a:r>
              <a:rPr lang="en-US" dirty="0"/>
              <a:t> – product of values from last layer x parameters (weights and biases)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2642-B563-4D37-90B9-DFA443A6B9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7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4aad38d1e_0_6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</a:t>
            </a:r>
            <a:endParaRPr/>
          </a:p>
        </p:txBody>
      </p:sp>
      <p:sp>
        <p:nvSpPr>
          <p:cNvPr id="280" name="Google Shape;280;g114aad38d1e_0_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 dirty="0"/>
              <a:t>For a given input, do we always compute the same output?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 dirty="0"/>
              <a:t>What are the parameters of the network?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 dirty="0"/>
              <a:t>What are the hyperparameters of the network?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 dirty="0"/>
              <a:t>Given a layer of the network where the weights are all = 0, what can we say about the logit values of the following layer?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 dirty="0"/>
              <a:t>Draw out an example feedforward network with more outputs than inputs? Why might a network like this make sense?  </a:t>
            </a:r>
            <a:endParaRPr dirty="0"/>
          </a:p>
        </p:txBody>
      </p:sp>
      <p:sp>
        <p:nvSpPr>
          <p:cNvPr id="281" name="Google Shape;281;g114aad38d1e_0_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bfaac54299_0_193"/>
          <p:cNvSpPr txBox="1">
            <a:spLocks noGrp="1"/>
          </p:cNvSpPr>
          <p:nvPr>
            <p:ph type="title"/>
          </p:nvPr>
        </p:nvSpPr>
        <p:spPr>
          <a:xfrm>
            <a:off x="1035925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Backpropagation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4A7258-FBCB-FE00-1814-6F98CF1203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b58695bc64_0_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From Inputs to Loss</a:t>
            </a:r>
            <a:endParaRPr/>
          </a:p>
        </p:txBody>
      </p:sp>
      <p:pic>
        <p:nvPicPr>
          <p:cNvPr id="287" name="Google Shape;287;gb58695bc64_0_9"/>
          <p:cNvPicPr preferRelativeResize="0"/>
          <p:nvPr/>
        </p:nvPicPr>
        <p:blipFill rotWithShape="1">
          <a:blip r:embed="rId3">
            <a:alphaModFix/>
          </a:blip>
          <a:srcRect t="9132" b="8365"/>
          <a:stretch/>
        </p:blipFill>
        <p:spPr>
          <a:xfrm>
            <a:off x="2113000" y="1223325"/>
            <a:ext cx="8625026" cy="53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928E40-2F18-1CCE-99F0-D07B461119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b58695bc64_0_2"/>
          <p:cNvSpPr txBox="1">
            <a:spLocks noGrp="1"/>
          </p:cNvSpPr>
          <p:nvPr>
            <p:ph type="title"/>
          </p:nvPr>
        </p:nvSpPr>
        <p:spPr>
          <a:xfrm>
            <a:off x="415600" y="593375"/>
            <a:ext cx="117765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Learning the Parameters aka Training the Network</a:t>
            </a:r>
            <a:endParaRPr/>
          </a:p>
        </p:txBody>
      </p:sp>
      <p:sp>
        <p:nvSpPr>
          <p:cNvPr id="293" name="Google Shape;293;gb58695bc64_0_2"/>
          <p:cNvSpPr txBox="1">
            <a:spLocks noGrp="1"/>
          </p:cNvSpPr>
          <p:nvPr>
            <p:ph type="body" idx="1"/>
          </p:nvPr>
        </p:nvSpPr>
        <p:spPr>
          <a:xfrm>
            <a:off x="304867" y="4194300"/>
            <a:ext cx="11360700" cy="23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We cannot directly use </a:t>
            </a:r>
            <a:r>
              <a:rPr lang="en-US" dirty="0" err="1"/>
              <a:t>optimisation</a:t>
            </a:r>
            <a:r>
              <a:rPr lang="en-US" dirty="0"/>
              <a:t> as for Linear Regression and Logistic Regression</a:t>
            </a:r>
            <a:endParaRPr dirty="0"/>
          </a:p>
          <a:p>
            <a:pPr marL="609600" lvl="0" indent="-482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dirty="0"/>
              <a:t>Instead, we use </a:t>
            </a:r>
            <a:r>
              <a:rPr lang="en-US" dirty="0" err="1"/>
              <a:t>optimisation</a:t>
            </a:r>
            <a:r>
              <a:rPr lang="en-US" dirty="0"/>
              <a:t> alongside another algorithm that distributes the weight changes that are necessary</a:t>
            </a:r>
            <a:endParaRPr dirty="0"/>
          </a:p>
          <a:p>
            <a:pPr marL="1219200" lvl="1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dirty="0"/>
              <a:t>This is the backpropagation algorithm </a:t>
            </a:r>
          </a:p>
          <a:p>
            <a:pPr marL="1219200" lvl="1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dirty="0"/>
              <a:t>Note that </a:t>
            </a:r>
            <a:r>
              <a:rPr lang="en-US" dirty="0" err="1"/>
              <a:t>backpropogation</a:t>
            </a:r>
            <a:r>
              <a:rPr lang="en-US" dirty="0"/>
              <a:t> gets the Gradient Descent bit ‘baked in’</a:t>
            </a:r>
            <a:endParaRPr dirty="0"/>
          </a:p>
        </p:txBody>
      </p:sp>
      <p:pic>
        <p:nvPicPr>
          <p:cNvPr id="294" name="Google Shape;294;gb58695bc64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7333" y="1478033"/>
            <a:ext cx="4442532" cy="243093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b58695bc64_0_2"/>
          <p:cNvSpPr txBox="1"/>
          <p:nvPr/>
        </p:nvSpPr>
        <p:spPr>
          <a:xfrm>
            <a:off x="1960033" y="3908967"/>
            <a:ext cx="96009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https://blog.paperspace.com/intro-to-optimization-in-deep-learning-gradient-descent/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2FF92-2F05-A36D-4DBD-894D696AB5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bfaac54299_0_26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</a:t>
            </a:r>
            <a:endParaRPr/>
          </a:p>
        </p:txBody>
      </p:sp>
      <p:sp>
        <p:nvSpPr>
          <p:cNvPr id="302" name="Google Shape;302;gbfaac54299_0_262"/>
          <p:cNvSpPr txBox="1"/>
          <p:nvPr/>
        </p:nvSpPr>
        <p:spPr>
          <a:xfrm>
            <a:off x="415600" y="5128050"/>
            <a:ext cx="3983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 1: The recursive error derivative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29E2537-AA40-4F55-C677-23A6C65D5B95}"/>
              </a:ext>
            </a:extLst>
          </p:cNvPr>
          <p:cNvGrpSpPr/>
          <p:nvPr/>
        </p:nvGrpSpPr>
        <p:grpSpPr>
          <a:xfrm>
            <a:off x="4635552" y="1470316"/>
            <a:ext cx="3328171" cy="2732824"/>
            <a:chOff x="4635552" y="1470316"/>
            <a:chExt cx="3328171" cy="27328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495229-CFEF-EB58-310E-1F0543332F6F}"/>
                </a:ext>
              </a:extLst>
            </p:cNvPr>
            <p:cNvGrpSpPr/>
            <p:nvPr/>
          </p:nvGrpSpPr>
          <p:grpSpPr>
            <a:xfrm>
              <a:off x="4753798" y="1470316"/>
              <a:ext cx="3209925" cy="2619375"/>
              <a:chOff x="4490987" y="1932771"/>
              <a:chExt cx="3209925" cy="2619375"/>
            </a:xfrm>
          </p:grpSpPr>
          <p:pic>
            <p:nvPicPr>
              <p:cNvPr id="301" name="Google Shape;301;gbfaac54299_0_26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490987" y="1932771"/>
                <a:ext cx="3209925" cy="2619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D2777CB-2EA1-56BE-6D52-E6E7B9AA93EA}"/>
                  </a:ext>
                </a:extLst>
              </p:cNvPr>
              <p:cNvSpPr/>
              <p:nvPr/>
            </p:nvSpPr>
            <p:spPr>
              <a:xfrm rot="19860190">
                <a:off x="5652098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D892F8-AABA-E56A-66F7-0013685A3EBB}"/>
                  </a:ext>
                </a:extLst>
              </p:cNvPr>
              <p:cNvSpPr/>
              <p:nvPr/>
            </p:nvSpPr>
            <p:spPr>
              <a:xfrm rot="20799911">
                <a:off x="5609457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C0D672-50C4-3D9B-E728-EC4B980C168C}"/>
                </a:ext>
              </a:extLst>
            </p:cNvPr>
            <p:cNvSpPr/>
            <p:nvPr/>
          </p:nvSpPr>
          <p:spPr>
            <a:xfrm>
              <a:off x="4635552" y="3470170"/>
              <a:ext cx="1534020" cy="7329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2" descr="An example of error surface in an ANN/DNN. | Download Scientific Diagram">
            <a:extLst>
              <a:ext uri="{FF2B5EF4-FFF2-40B4-BE49-F238E27FC236}">
                <a16:creationId xmlns:a16="http://schemas.microsoft.com/office/drawing/2014/main" id="{4A47BE23-A73C-5321-E93B-A1293324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559" y="1396088"/>
            <a:ext cx="3757886" cy="233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BF31B2-7D0C-CC76-74BA-7AC939FBDB0F}"/>
              </a:ext>
            </a:extLst>
          </p:cNvPr>
          <p:cNvSpPr txBox="1"/>
          <p:nvPr/>
        </p:nvSpPr>
        <p:spPr>
          <a:xfrm>
            <a:off x="9207062" y="1068700"/>
            <a:ext cx="2322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Error Surface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FB71A-31E6-D090-C5B8-FDD683EEEA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4aad38d1e_0_7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</a:t>
            </a:r>
            <a:endParaRPr/>
          </a:p>
        </p:txBody>
      </p:sp>
      <p:pic>
        <p:nvPicPr>
          <p:cNvPr id="309" name="Google Shape;309;g114aad38d1e_0_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580" y="4886437"/>
            <a:ext cx="3822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114aad38d1e_0_7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0165" y="5635732"/>
            <a:ext cx="38100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114aad38d1e_0_71"/>
          <p:cNvSpPr txBox="1"/>
          <p:nvPr/>
        </p:nvSpPr>
        <p:spPr>
          <a:xfrm>
            <a:off x="5452038" y="4386650"/>
            <a:ext cx="234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Derivatives   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g114aad38d1e_0_71"/>
          <p:cNvCxnSpPr>
            <a:stCxn id="311" idx="2"/>
          </p:cNvCxnSpPr>
          <p:nvPr/>
        </p:nvCxnSpPr>
        <p:spPr>
          <a:xfrm flipH="1">
            <a:off x="5325738" y="4786850"/>
            <a:ext cx="1300200" cy="26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3" name="Google Shape;313;g114aad38d1e_0_71"/>
          <p:cNvCxnSpPr>
            <a:stCxn id="311" idx="2"/>
            <a:endCxn id="309" idx="0"/>
          </p:cNvCxnSpPr>
          <p:nvPr/>
        </p:nvCxnSpPr>
        <p:spPr>
          <a:xfrm flipH="1">
            <a:off x="6541938" y="4786850"/>
            <a:ext cx="84000" cy="9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4" name="Google Shape;314;g114aad38d1e_0_71"/>
          <p:cNvSpPr txBox="1"/>
          <p:nvPr/>
        </p:nvSpPr>
        <p:spPr>
          <a:xfrm>
            <a:off x="415600" y="5128050"/>
            <a:ext cx="3983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 1: The recursive error derivative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g114aad38d1e_0_7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8915" y="4918167"/>
            <a:ext cx="122872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114aad38d1e_0_7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12500" y="5635725"/>
            <a:ext cx="2347800" cy="7767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1AFC680-86F6-09CC-8BB0-384B4E652016}"/>
              </a:ext>
            </a:extLst>
          </p:cNvPr>
          <p:cNvGrpSpPr/>
          <p:nvPr/>
        </p:nvGrpSpPr>
        <p:grpSpPr>
          <a:xfrm>
            <a:off x="4635552" y="1470316"/>
            <a:ext cx="3328171" cy="2732824"/>
            <a:chOff x="4635552" y="1470316"/>
            <a:chExt cx="3328171" cy="273282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32C0B45-29D3-1950-ED85-06CB3319E346}"/>
                </a:ext>
              </a:extLst>
            </p:cNvPr>
            <p:cNvGrpSpPr/>
            <p:nvPr/>
          </p:nvGrpSpPr>
          <p:grpSpPr>
            <a:xfrm>
              <a:off x="4753798" y="1470316"/>
              <a:ext cx="3209925" cy="2619375"/>
              <a:chOff x="4490987" y="1932771"/>
              <a:chExt cx="3209925" cy="2619375"/>
            </a:xfrm>
          </p:grpSpPr>
          <p:pic>
            <p:nvPicPr>
              <p:cNvPr id="5" name="Google Shape;301;gbfaac54299_0_262">
                <a:extLst>
                  <a:ext uri="{FF2B5EF4-FFF2-40B4-BE49-F238E27FC236}">
                    <a16:creationId xmlns:a16="http://schemas.microsoft.com/office/drawing/2014/main" id="{F938DD1D-095F-0D3D-39AE-3C90E839B7F1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4490987" y="1932771"/>
                <a:ext cx="3209925" cy="2619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A45809-FE8B-586B-5764-FFA2AAC540F8}"/>
                  </a:ext>
                </a:extLst>
              </p:cNvPr>
              <p:cNvSpPr/>
              <p:nvPr/>
            </p:nvSpPr>
            <p:spPr>
              <a:xfrm rot="19860190">
                <a:off x="5652098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1301041-DCA5-7F63-C8DF-6EBA0CC1B278}"/>
                  </a:ext>
                </a:extLst>
              </p:cNvPr>
              <p:cNvSpPr/>
              <p:nvPr/>
            </p:nvSpPr>
            <p:spPr>
              <a:xfrm rot="20799911">
                <a:off x="5609457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8A3324-7E0E-4D76-6B73-98F730127AE6}"/>
                </a:ext>
              </a:extLst>
            </p:cNvPr>
            <p:cNvSpPr/>
            <p:nvPr/>
          </p:nvSpPr>
          <p:spPr>
            <a:xfrm>
              <a:off x="4635552" y="3470170"/>
              <a:ext cx="1534020" cy="7329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2" descr="An example of error surface in an ANN/DNN. | Download Scientific Diagram">
            <a:extLst>
              <a:ext uri="{FF2B5EF4-FFF2-40B4-BE49-F238E27FC236}">
                <a16:creationId xmlns:a16="http://schemas.microsoft.com/office/drawing/2014/main" id="{6371A40D-8877-0239-B890-762E42B74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559" y="1396088"/>
            <a:ext cx="3757886" cy="233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6CB530-6287-1052-6703-4B857B24E71F}"/>
              </a:ext>
            </a:extLst>
          </p:cNvPr>
          <p:cNvSpPr txBox="1"/>
          <p:nvPr/>
        </p:nvSpPr>
        <p:spPr>
          <a:xfrm>
            <a:off x="9207062" y="1068700"/>
            <a:ext cx="2322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Error 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587347-1414-3EA5-39A2-E4477CC303EB}"/>
              </a:ext>
            </a:extLst>
          </p:cNvPr>
          <p:cNvSpPr txBox="1"/>
          <p:nvPr/>
        </p:nvSpPr>
        <p:spPr>
          <a:xfrm>
            <a:off x="415600" y="6359632"/>
            <a:ext cx="7771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Note, we tend to use g as the function name when it is being applied to (z). The function h on the other hand is often assumed to be applied to x, i.e., h(x), and has the logit calculation built in.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BB2DC9-F428-7F8B-C5B9-C33BDE9E64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bfaac54299_0_27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</a:t>
            </a:r>
            <a:endParaRPr/>
          </a:p>
        </p:txBody>
      </p:sp>
      <p:sp>
        <p:nvSpPr>
          <p:cNvPr id="323" name="Google Shape;323;gbfaac54299_0_274"/>
          <p:cNvSpPr txBox="1"/>
          <p:nvPr/>
        </p:nvSpPr>
        <p:spPr>
          <a:xfrm>
            <a:off x="173000" y="5301050"/>
            <a:ext cx="4114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 2: Output Layer Error Derivative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gbfaac54299_0_2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4730" y="5106632"/>
            <a:ext cx="3546475" cy="742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bfaac54299_0_2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1465" y="5793657"/>
            <a:ext cx="3810000" cy="723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D202896-CA07-6A80-FC25-E55EF69CA2F9}"/>
              </a:ext>
            </a:extLst>
          </p:cNvPr>
          <p:cNvGrpSpPr/>
          <p:nvPr/>
        </p:nvGrpSpPr>
        <p:grpSpPr>
          <a:xfrm>
            <a:off x="4635552" y="1470316"/>
            <a:ext cx="3328171" cy="2732824"/>
            <a:chOff x="4635552" y="1470316"/>
            <a:chExt cx="3328171" cy="273282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7264A60-7472-1E44-812F-BE2B4ECB012F}"/>
                </a:ext>
              </a:extLst>
            </p:cNvPr>
            <p:cNvGrpSpPr/>
            <p:nvPr/>
          </p:nvGrpSpPr>
          <p:grpSpPr>
            <a:xfrm>
              <a:off x="4753798" y="1470316"/>
              <a:ext cx="3209925" cy="2619375"/>
              <a:chOff x="4490987" y="1932771"/>
              <a:chExt cx="3209925" cy="2619375"/>
            </a:xfrm>
          </p:grpSpPr>
          <p:pic>
            <p:nvPicPr>
              <p:cNvPr id="5" name="Google Shape;301;gbfaac54299_0_262">
                <a:extLst>
                  <a:ext uri="{FF2B5EF4-FFF2-40B4-BE49-F238E27FC236}">
                    <a16:creationId xmlns:a16="http://schemas.microsoft.com/office/drawing/2014/main" id="{82DD2A9E-C563-F604-A429-493D681F18E6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490987" y="1932771"/>
                <a:ext cx="3209925" cy="2619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8D26391-573C-0403-310C-0B6CAE01A299}"/>
                  </a:ext>
                </a:extLst>
              </p:cNvPr>
              <p:cNvSpPr/>
              <p:nvPr/>
            </p:nvSpPr>
            <p:spPr>
              <a:xfrm rot="19860190">
                <a:off x="5652098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2DA3975-7104-D5DD-065C-A143E12628BA}"/>
                  </a:ext>
                </a:extLst>
              </p:cNvPr>
              <p:cNvSpPr/>
              <p:nvPr/>
            </p:nvSpPr>
            <p:spPr>
              <a:xfrm rot="20799911">
                <a:off x="5609457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F57096-F82D-C151-55C1-4AF0A507E2EB}"/>
                </a:ext>
              </a:extLst>
            </p:cNvPr>
            <p:cNvSpPr/>
            <p:nvPr/>
          </p:nvSpPr>
          <p:spPr>
            <a:xfrm>
              <a:off x="4635552" y="3470170"/>
              <a:ext cx="1534020" cy="7329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2" descr="An example of error surface in an ANN/DNN. | Download Scientific Diagram">
            <a:extLst>
              <a:ext uri="{FF2B5EF4-FFF2-40B4-BE49-F238E27FC236}">
                <a16:creationId xmlns:a16="http://schemas.microsoft.com/office/drawing/2014/main" id="{53F48117-9F50-FD38-DEB7-15D9E9A62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559" y="1396088"/>
            <a:ext cx="3757886" cy="233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4D976C-293E-B468-40F3-27148A1C22F2}"/>
              </a:ext>
            </a:extLst>
          </p:cNvPr>
          <p:cNvSpPr txBox="1"/>
          <p:nvPr/>
        </p:nvSpPr>
        <p:spPr>
          <a:xfrm>
            <a:off x="9207062" y="1068700"/>
            <a:ext cx="2322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Error Surface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086F32-14DC-9117-85D7-1BE5BB6CDD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bfaac54299_0_29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</a:t>
            </a:r>
            <a:endParaRPr/>
          </a:p>
        </p:txBody>
      </p:sp>
      <p:sp>
        <p:nvSpPr>
          <p:cNvPr id="332" name="Google Shape;332;gbfaac54299_0_290"/>
          <p:cNvSpPr txBox="1"/>
          <p:nvPr/>
        </p:nvSpPr>
        <p:spPr>
          <a:xfrm>
            <a:off x="173000" y="5301050"/>
            <a:ext cx="4114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Idea 3: Weight Changes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gbfaac54299_0_2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0980" y="5217139"/>
            <a:ext cx="26162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bfaac54299_0_29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8559" y="5793658"/>
            <a:ext cx="1574800" cy="5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bfaac54299_0_29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62675" y="5075854"/>
            <a:ext cx="1857375" cy="942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AE572D8-B30F-3CD9-3A28-303FD16193D6}"/>
              </a:ext>
            </a:extLst>
          </p:cNvPr>
          <p:cNvGrpSpPr/>
          <p:nvPr/>
        </p:nvGrpSpPr>
        <p:grpSpPr>
          <a:xfrm>
            <a:off x="4635552" y="1470316"/>
            <a:ext cx="3328171" cy="2732824"/>
            <a:chOff x="4635552" y="1470316"/>
            <a:chExt cx="3328171" cy="273282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6B57399-B4A9-5386-E0EC-921C54E616F0}"/>
                </a:ext>
              </a:extLst>
            </p:cNvPr>
            <p:cNvGrpSpPr/>
            <p:nvPr/>
          </p:nvGrpSpPr>
          <p:grpSpPr>
            <a:xfrm>
              <a:off x="4753798" y="1470316"/>
              <a:ext cx="3209925" cy="2619375"/>
              <a:chOff x="4490987" y="1932771"/>
              <a:chExt cx="3209925" cy="2619375"/>
            </a:xfrm>
          </p:grpSpPr>
          <p:pic>
            <p:nvPicPr>
              <p:cNvPr id="5" name="Google Shape;301;gbfaac54299_0_262">
                <a:extLst>
                  <a:ext uri="{FF2B5EF4-FFF2-40B4-BE49-F238E27FC236}">
                    <a16:creationId xmlns:a16="http://schemas.microsoft.com/office/drawing/2014/main" id="{02B9A77C-0456-5152-01FD-889A726CE9D8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490987" y="1932771"/>
                <a:ext cx="3209925" cy="26193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3CED6A1-170E-44B9-4A75-B97010A88EE4}"/>
                  </a:ext>
                </a:extLst>
              </p:cNvPr>
              <p:cNvSpPr/>
              <p:nvPr/>
            </p:nvSpPr>
            <p:spPr>
              <a:xfrm rot="19860190">
                <a:off x="5652098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C01B088-82C2-104F-EE1E-DEE19509A566}"/>
                  </a:ext>
                </a:extLst>
              </p:cNvPr>
              <p:cNvSpPr/>
              <p:nvPr/>
            </p:nvSpPr>
            <p:spPr>
              <a:xfrm rot="20799911">
                <a:off x="5609457" y="3673918"/>
                <a:ext cx="1434241" cy="219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CA5E3C-AB39-DF75-52D4-505DBEA5578E}"/>
                </a:ext>
              </a:extLst>
            </p:cNvPr>
            <p:cNvSpPr/>
            <p:nvPr/>
          </p:nvSpPr>
          <p:spPr>
            <a:xfrm>
              <a:off x="4635552" y="3470170"/>
              <a:ext cx="1534020" cy="7329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An example of error surface in an ANN/DNN. | Download Scientific Diagram">
            <a:extLst>
              <a:ext uri="{FF2B5EF4-FFF2-40B4-BE49-F238E27FC236}">
                <a16:creationId xmlns:a16="http://schemas.microsoft.com/office/drawing/2014/main" id="{CD36E56A-7619-3319-8ABB-E26F4BAE8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559" y="1396088"/>
            <a:ext cx="3757886" cy="233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96C04A-E28B-06FD-AC75-B006BC508DCA}"/>
              </a:ext>
            </a:extLst>
          </p:cNvPr>
          <p:cNvSpPr txBox="1"/>
          <p:nvPr/>
        </p:nvSpPr>
        <p:spPr>
          <a:xfrm>
            <a:off x="9207062" y="1068700"/>
            <a:ext cx="2322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Error Surface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19C8F-5ED4-BDC1-58FE-9EF5236C91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bfaac54299_0_5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 Overview</a:t>
            </a:r>
            <a:endParaRPr/>
          </a:p>
        </p:txBody>
      </p:sp>
      <p:sp>
        <p:nvSpPr>
          <p:cNvPr id="341" name="Google Shape;341;gbfaac54299_0_57"/>
          <p:cNvSpPr/>
          <p:nvPr/>
        </p:nvSpPr>
        <p:spPr>
          <a:xfrm>
            <a:off x="2901125" y="24241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bfaac54299_0_57"/>
          <p:cNvSpPr/>
          <p:nvPr/>
        </p:nvSpPr>
        <p:spPr>
          <a:xfrm>
            <a:off x="2901125" y="31099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bfaac54299_0_57"/>
          <p:cNvSpPr/>
          <p:nvPr/>
        </p:nvSpPr>
        <p:spPr>
          <a:xfrm>
            <a:off x="2901125" y="3795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bfaac54299_0_57"/>
          <p:cNvSpPr/>
          <p:nvPr/>
        </p:nvSpPr>
        <p:spPr>
          <a:xfrm>
            <a:off x="4539485" y="24190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bfaac54299_0_57"/>
          <p:cNvSpPr/>
          <p:nvPr/>
        </p:nvSpPr>
        <p:spPr>
          <a:xfrm>
            <a:off x="4539485" y="31048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bfaac54299_0_57"/>
          <p:cNvSpPr/>
          <p:nvPr/>
        </p:nvSpPr>
        <p:spPr>
          <a:xfrm>
            <a:off x="4539485" y="37906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bfaac54299_0_57"/>
          <p:cNvSpPr/>
          <p:nvPr/>
        </p:nvSpPr>
        <p:spPr>
          <a:xfrm>
            <a:off x="8863805" y="2652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bfaac54299_0_57"/>
          <p:cNvSpPr/>
          <p:nvPr/>
        </p:nvSpPr>
        <p:spPr>
          <a:xfrm rot="10800000" flipH="1">
            <a:off x="3510965" y="4056702"/>
            <a:ext cx="1028538" cy="46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Google Shape;349;gbfaac54299_0_57"/>
          <p:cNvSpPr/>
          <p:nvPr/>
        </p:nvSpPr>
        <p:spPr>
          <a:xfrm rot="10800000" flipH="1">
            <a:off x="3510965" y="3371622"/>
            <a:ext cx="1028538" cy="690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Google Shape;350;gbfaac54299_0_57"/>
          <p:cNvSpPr/>
          <p:nvPr/>
        </p:nvSpPr>
        <p:spPr>
          <a:xfrm rot="10800000" flipH="1">
            <a:off x="3510965" y="2685102"/>
            <a:ext cx="1028538" cy="13762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Google Shape;351;gbfaac54299_0_57"/>
          <p:cNvSpPr/>
          <p:nvPr/>
        </p:nvSpPr>
        <p:spPr>
          <a:xfrm>
            <a:off x="3510965" y="3376680"/>
            <a:ext cx="1028538" cy="6804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Google Shape;352;gbfaac54299_0_57"/>
          <p:cNvSpPr/>
          <p:nvPr/>
        </p:nvSpPr>
        <p:spPr>
          <a:xfrm rot="10800000" flipH="1">
            <a:off x="3510965" y="3370902"/>
            <a:ext cx="1028538" cy="46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Google Shape;353;gbfaac54299_0_57"/>
          <p:cNvSpPr/>
          <p:nvPr/>
        </p:nvSpPr>
        <p:spPr>
          <a:xfrm rot="10800000" flipH="1">
            <a:off x="3510965" y="2685822"/>
            <a:ext cx="1028538" cy="690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Google Shape;354;gbfaac54299_0_57"/>
          <p:cNvSpPr/>
          <p:nvPr/>
        </p:nvSpPr>
        <p:spPr>
          <a:xfrm>
            <a:off x="3510965" y="2690880"/>
            <a:ext cx="1028538" cy="13662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Google Shape;355;gbfaac54299_0_57"/>
          <p:cNvSpPr/>
          <p:nvPr/>
        </p:nvSpPr>
        <p:spPr>
          <a:xfrm>
            <a:off x="3510965" y="2690880"/>
            <a:ext cx="1028538" cy="6804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Google Shape;356;gbfaac54299_0_57"/>
          <p:cNvSpPr/>
          <p:nvPr/>
        </p:nvSpPr>
        <p:spPr>
          <a:xfrm rot="10800000" flipH="1">
            <a:off x="3510965" y="2685102"/>
            <a:ext cx="1028538" cy="46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Google Shape;357;gbfaac54299_0_57"/>
          <p:cNvSpPr/>
          <p:nvPr/>
        </p:nvSpPr>
        <p:spPr>
          <a:xfrm rot="5400000" flipH="1">
            <a:off x="3072035" y="1642830"/>
            <a:ext cx="190200" cy="914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bfaac54299_0_57"/>
          <p:cNvSpPr/>
          <p:nvPr/>
        </p:nvSpPr>
        <p:spPr>
          <a:xfrm rot="5400000" flipH="1">
            <a:off x="6219275" y="160470"/>
            <a:ext cx="201600" cy="38667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bfaac54299_0_57"/>
          <p:cNvSpPr/>
          <p:nvPr/>
        </p:nvSpPr>
        <p:spPr>
          <a:xfrm rot="5400000" flipH="1">
            <a:off x="8996555" y="1642830"/>
            <a:ext cx="190200" cy="914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bfaac54299_0_57"/>
          <p:cNvSpPr/>
          <p:nvPr/>
        </p:nvSpPr>
        <p:spPr>
          <a:xfrm>
            <a:off x="2691605" y="1735080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bfaac54299_0_57"/>
          <p:cNvSpPr/>
          <p:nvPr/>
        </p:nvSpPr>
        <p:spPr>
          <a:xfrm>
            <a:off x="4291805" y="1738320"/>
            <a:ext cx="39621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bfaac54299_0_57"/>
          <p:cNvSpPr/>
          <p:nvPr/>
        </p:nvSpPr>
        <p:spPr>
          <a:xfrm>
            <a:off x="8559245" y="1738320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bfaac54299_0_57"/>
          <p:cNvSpPr/>
          <p:nvPr/>
        </p:nvSpPr>
        <p:spPr>
          <a:xfrm>
            <a:off x="3069605" y="432888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bfaac54299_0_57"/>
          <p:cNvSpPr/>
          <p:nvPr/>
        </p:nvSpPr>
        <p:spPr>
          <a:xfrm>
            <a:off x="4724885" y="431916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bfaac54299_0_57"/>
          <p:cNvSpPr/>
          <p:nvPr/>
        </p:nvSpPr>
        <p:spPr>
          <a:xfrm>
            <a:off x="6120605" y="24241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bfaac54299_0_57"/>
          <p:cNvSpPr/>
          <p:nvPr/>
        </p:nvSpPr>
        <p:spPr>
          <a:xfrm>
            <a:off x="6120605" y="31099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bfaac54299_0_57"/>
          <p:cNvSpPr/>
          <p:nvPr/>
        </p:nvSpPr>
        <p:spPr>
          <a:xfrm>
            <a:off x="6120605" y="3795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bfaac54299_0_57"/>
          <p:cNvSpPr/>
          <p:nvPr/>
        </p:nvSpPr>
        <p:spPr>
          <a:xfrm>
            <a:off x="6306005" y="432420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bfaac54299_0_57"/>
          <p:cNvSpPr/>
          <p:nvPr/>
        </p:nvSpPr>
        <p:spPr>
          <a:xfrm>
            <a:off x="7644845" y="24241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bfaac54299_0_57"/>
          <p:cNvSpPr/>
          <p:nvPr/>
        </p:nvSpPr>
        <p:spPr>
          <a:xfrm>
            <a:off x="7644845" y="31099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bfaac54299_0_57"/>
          <p:cNvSpPr/>
          <p:nvPr/>
        </p:nvSpPr>
        <p:spPr>
          <a:xfrm>
            <a:off x="7644845" y="379572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bfaac54299_0_57"/>
          <p:cNvSpPr/>
          <p:nvPr/>
        </p:nvSpPr>
        <p:spPr>
          <a:xfrm>
            <a:off x="7829885" y="432420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bfaac54299_0_57"/>
          <p:cNvSpPr/>
          <p:nvPr/>
        </p:nvSpPr>
        <p:spPr>
          <a:xfrm>
            <a:off x="6730445" y="2690880"/>
            <a:ext cx="914058" cy="37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Google Shape;374;gbfaac54299_0_57"/>
          <p:cNvSpPr/>
          <p:nvPr/>
        </p:nvSpPr>
        <p:spPr>
          <a:xfrm>
            <a:off x="6730445" y="2690880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Google Shape;375;gbfaac54299_0_57"/>
          <p:cNvSpPr/>
          <p:nvPr/>
        </p:nvSpPr>
        <p:spPr>
          <a:xfrm>
            <a:off x="6730445" y="2690880"/>
            <a:ext cx="914058" cy="13712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Google Shape;376;gbfaac54299_0_57"/>
          <p:cNvSpPr/>
          <p:nvPr/>
        </p:nvSpPr>
        <p:spPr>
          <a:xfrm rot="10800000" flipH="1">
            <a:off x="6730445" y="2690898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Google Shape;377;gbfaac54299_0_57"/>
          <p:cNvSpPr/>
          <p:nvPr/>
        </p:nvSpPr>
        <p:spPr>
          <a:xfrm>
            <a:off x="6730445" y="3376680"/>
            <a:ext cx="914058" cy="37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Google Shape;378;gbfaac54299_0_57"/>
          <p:cNvSpPr/>
          <p:nvPr/>
        </p:nvSpPr>
        <p:spPr>
          <a:xfrm>
            <a:off x="6730445" y="3376680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Google Shape;379;gbfaac54299_0_57"/>
          <p:cNvSpPr/>
          <p:nvPr/>
        </p:nvSpPr>
        <p:spPr>
          <a:xfrm rot="10800000" flipH="1">
            <a:off x="6730445" y="2690178"/>
            <a:ext cx="914058" cy="13712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Google Shape;380;gbfaac54299_0_57"/>
          <p:cNvSpPr/>
          <p:nvPr/>
        </p:nvSpPr>
        <p:spPr>
          <a:xfrm rot="10800000" flipH="1">
            <a:off x="6730445" y="3376698"/>
            <a:ext cx="914058" cy="68542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Google Shape;381;gbfaac54299_0_57"/>
          <p:cNvSpPr/>
          <p:nvPr/>
        </p:nvSpPr>
        <p:spPr>
          <a:xfrm>
            <a:off x="6730445" y="4062480"/>
            <a:ext cx="914058" cy="37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Google Shape;382;gbfaac54299_0_57"/>
          <p:cNvSpPr/>
          <p:nvPr/>
        </p:nvSpPr>
        <p:spPr>
          <a:xfrm>
            <a:off x="8254325" y="2690880"/>
            <a:ext cx="609120" cy="2282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Google Shape;383;gbfaac54299_0_57"/>
          <p:cNvSpPr/>
          <p:nvPr/>
        </p:nvSpPr>
        <p:spPr>
          <a:xfrm rot="10800000" flipH="1">
            <a:off x="8254325" y="2918760"/>
            <a:ext cx="609120" cy="456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Google Shape;384;gbfaac54299_0_57"/>
          <p:cNvSpPr/>
          <p:nvPr/>
        </p:nvSpPr>
        <p:spPr>
          <a:xfrm rot="10800000" flipH="1">
            <a:off x="8254325" y="2919480"/>
            <a:ext cx="609120" cy="11426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Google Shape;385;gbfaac54299_0_57"/>
          <p:cNvSpPr/>
          <p:nvPr/>
        </p:nvSpPr>
        <p:spPr>
          <a:xfrm>
            <a:off x="8863805" y="3414480"/>
            <a:ext cx="609000" cy="533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bfaac54299_0_57"/>
          <p:cNvSpPr/>
          <p:nvPr/>
        </p:nvSpPr>
        <p:spPr>
          <a:xfrm>
            <a:off x="8254325" y="3376680"/>
            <a:ext cx="609120" cy="3045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Google Shape;387;gbfaac54299_0_57"/>
          <p:cNvSpPr/>
          <p:nvPr/>
        </p:nvSpPr>
        <p:spPr>
          <a:xfrm rot="10800000" flipH="1">
            <a:off x="8254325" y="3680502"/>
            <a:ext cx="609120" cy="3805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Google Shape;388;gbfaac54299_0_57"/>
          <p:cNvSpPr/>
          <p:nvPr/>
        </p:nvSpPr>
        <p:spPr>
          <a:xfrm>
            <a:off x="8254325" y="2690880"/>
            <a:ext cx="609120" cy="990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Google Shape;389;gbfaac54299_0_57"/>
          <p:cNvSpPr/>
          <p:nvPr/>
        </p:nvSpPr>
        <p:spPr>
          <a:xfrm>
            <a:off x="9054965" y="3948000"/>
            <a:ext cx="2661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bfaac54299_0_57"/>
          <p:cNvSpPr/>
          <p:nvPr/>
        </p:nvSpPr>
        <p:spPr>
          <a:xfrm rot="5400000">
            <a:off x="5543255" y="2246310"/>
            <a:ext cx="2415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bfaac54299_0_57"/>
          <p:cNvSpPr/>
          <p:nvPr/>
        </p:nvSpPr>
        <p:spPr>
          <a:xfrm rot="5400000">
            <a:off x="5568455" y="2926350"/>
            <a:ext cx="2415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bfaac54299_0_57"/>
          <p:cNvSpPr/>
          <p:nvPr/>
        </p:nvSpPr>
        <p:spPr>
          <a:xfrm rot="5400000">
            <a:off x="5568455" y="3612150"/>
            <a:ext cx="241500" cy="9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bfaac54299_0_57"/>
          <p:cNvSpPr txBox="1"/>
          <p:nvPr/>
        </p:nvSpPr>
        <p:spPr>
          <a:xfrm>
            <a:off x="9131650" y="5029200"/>
            <a:ext cx="2903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Calculate Error Derivative (not error) for final layer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bfaac54299_0_57"/>
          <p:cNvSpPr txBox="1"/>
          <p:nvPr/>
        </p:nvSpPr>
        <p:spPr>
          <a:xfrm>
            <a:off x="7974100" y="5623375"/>
            <a:ext cx="3802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Calculate Error Derivative for prior layer - proportional to derivative in final layer, weights, and activation in prior layer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Calculate weight updates to be made.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D9559E-F1B0-2985-8745-5E994F9B9C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58695bc64_0_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 Algorithm</a:t>
            </a:r>
            <a:endParaRPr/>
          </a:p>
        </p:txBody>
      </p:sp>
      <p:pic>
        <p:nvPicPr>
          <p:cNvPr id="400" name="Google Shape;400;gb58695bc64_0_14"/>
          <p:cNvPicPr preferRelativeResize="0"/>
          <p:nvPr/>
        </p:nvPicPr>
        <p:blipFill rotWithShape="1">
          <a:blip r:embed="rId3">
            <a:alphaModFix/>
          </a:blip>
          <a:srcRect b="83281"/>
          <a:stretch/>
        </p:blipFill>
        <p:spPr>
          <a:xfrm>
            <a:off x="415600" y="1460500"/>
            <a:ext cx="7029217" cy="85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F5CB8B-FFAE-6977-4BE2-3F1955496B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58695bc64_0_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 Algorithm</a:t>
            </a:r>
            <a:endParaRPr/>
          </a:p>
        </p:txBody>
      </p:sp>
      <p:pic>
        <p:nvPicPr>
          <p:cNvPr id="400" name="Google Shape;400;gb58695bc64_0_14"/>
          <p:cNvPicPr preferRelativeResize="0"/>
          <p:nvPr/>
        </p:nvPicPr>
        <p:blipFill rotWithShape="1">
          <a:blip r:embed="rId3">
            <a:alphaModFix/>
          </a:blip>
          <a:srcRect b="54811"/>
          <a:stretch/>
        </p:blipFill>
        <p:spPr>
          <a:xfrm>
            <a:off x="415600" y="1460500"/>
            <a:ext cx="7029217" cy="2302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b58695bc64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2584" y="3110433"/>
            <a:ext cx="392430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C4701B-4514-E1C4-58F0-F5ED0BD3C9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77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58695bc64_0_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 Algorithm</a:t>
            </a:r>
            <a:endParaRPr/>
          </a:p>
        </p:txBody>
      </p:sp>
      <p:pic>
        <p:nvPicPr>
          <p:cNvPr id="400" name="Google Shape;400;gb58695bc64_0_14"/>
          <p:cNvPicPr preferRelativeResize="0"/>
          <p:nvPr/>
        </p:nvPicPr>
        <p:blipFill rotWithShape="1">
          <a:blip r:embed="rId3">
            <a:alphaModFix/>
          </a:blip>
          <a:srcRect b="32602"/>
          <a:stretch/>
        </p:blipFill>
        <p:spPr>
          <a:xfrm>
            <a:off x="415600" y="1460500"/>
            <a:ext cx="7029217" cy="343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b58695bc64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2584" y="3110433"/>
            <a:ext cx="39243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b58695bc64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2584" y="4122267"/>
            <a:ext cx="3263900" cy="5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848E1A-BB41-5400-8B7D-2DF0BC8CD7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60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58695bc64_0_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 Algorithm</a:t>
            </a:r>
            <a:endParaRPr/>
          </a:p>
        </p:txBody>
      </p:sp>
      <p:pic>
        <p:nvPicPr>
          <p:cNvPr id="400" name="Google Shape;400;gb58695bc64_0_14"/>
          <p:cNvPicPr preferRelativeResize="0"/>
          <p:nvPr/>
        </p:nvPicPr>
        <p:blipFill rotWithShape="1">
          <a:blip r:embed="rId3">
            <a:alphaModFix/>
          </a:blip>
          <a:srcRect b="10719"/>
          <a:stretch/>
        </p:blipFill>
        <p:spPr>
          <a:xfrm>
            <a:off x="415600" y="1460500"/>
            <a:ext cx="7029217" cy="4548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b58695bc64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2584" y="3110433"/>
            <a:ext cx="39243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b58695bc64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2584" y="4122267"/>
            <a:ext cx="3263900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b58695bc64_0_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20684" y="5121400"/>
            <a:ext cx="3225800" cy="66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B8F04-A4D1-4E0F-3652-D2ACE54509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88CB0C-41A3-7BD1-E8BF-04BC1437DD8D}"/>
                  </a:ext>
                </a:extLst>
              </p14:cNvPr>
              <p14:cNvContentPartPr/>
              <p14:nvPr/>
            </p14:nvContentPartPr>
            <p14:xfrm>
              <a:off x="1486080" y="2232000"/>
              <a:ext cx="9589320" cy="3595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88CB0C-41A3-7BD1-E8BF-04BC1437DD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6720" y="2222640"/>
                <a:ext cx="9608040" cy="361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3419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58695bc64_0_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Backpropagation Algorithm</a:t>
            </a:r>
            <a:endParaRPr/>
          </a:p>
        </p:txBody>
      </p:sp>
      <p:pic>
        <p:nvPicPr>
          <p:cNvPr id="400" name="Google Shape;400;gb58695bc64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600" y="1460500"/>
            <a:ext cx="7029217" cy="5094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b58695bc64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2584" y="3110433"/>
            <a:ext cx="39243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gb58695bc64_0_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2584" y="4122267"/>
            <a:ext cx="3263900" cy="5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gb58695bc64_0_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20684" y="5121400"/>
            <a:ext cx="32258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b58695bc64_0_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20684" y="6009033"/>
            <a:ext cx="15748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730D71-88D5-2EB1-1039-1352DD5660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17CF593-1ADD-3700-34B9-FDE3A1AAF7AC}"/>
                  </a:ext>
                </a:extLst>
              </p14:cNvPr>
              <p14:cNvContentPartPr/>
              <p14:nvPr/>
            </p14:nvContentPartPr>
            <p14:xfrm>
              <a:off x="5840280" y="5888160"/>
              <a:ext cx="2987640" cy="852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17CF593-1ADD-3700-34B9-FDE3A1AAF7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0920" y="5878800"/>
                <a:ext cx="3006360" cy="8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3774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gb58695bc64_0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43776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b58695bc64_0_23"/>
          <p:cNvSpPr txBox="1"/>
          <p:nvPr/>
        </p:nvSpPr>
        <p:spPr>
          <a:xfrm>
            <a:off x="0" y="6470800"/>
            <a:ext cx="11828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https://www.google.com/search?q=backpropagation&amp;tbm=isch&amp;tbs=itp%3Aanimated&amp;hl=en&amp;ved=0CAMQpwVqFwoTCIDx0LXVsOcCFQAAAAAdAAAAABAC&amp;biw=1213&amp;bih=608#imgrc=CufDRhQcARzdoM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FF9C30-D63B-E33D-52D9-4447457542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14aad38d1e_0_8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Deriving the Backpropagation Equations</a:t>
            </a:r>
            <a:endParaRPr/>
          </a:p>
        </p:txBody>
      </p:sp>
      <p:sp>
        <p:nvSpPr>
          <p:cNvPr id="416" name="Google Shape;416;g114aad38d1e_0_8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See the notebook! 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F732E4-79F5-4DF6-FAEE-2D99A3A496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bfaac54299_0_30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Do I need to know the derivations? </a:t>
            </a:r>
            <a:endParaRPr/>
          </a:p>
        </p:txBody>
      </p:sp>
      <p:sp>
        <p:nvSpPr>
          <p:cNvPr id="422" name="Google Shape;422;gbfaac54299_0_30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In short, no. However, you should have an understanding of the terminology and ideas as presented in these slides. The derivations in the full notes will help you to understand the ideas at a much greater level of detail and clarity. 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4DCEE8-16CB-BA2B-4C42-ECF326CDD0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6EE4F6-2A93-8BC1-F63D-A15655EC5558}"/>
                  </a:ext>
                </a:extLst>
              </p14:cNvPr>
              <p14:cNvContentPartPr/>
              <p14:nvPr/>
            </p14:nvContentPartPr>
            <p14:xfrm>
              <a:off x="1486080" y="3497400"/>
              <a:ext cx="6851160" cy="253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6EE4F6-2A93-8BC1-F63D-A15655EC55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6720" y="3488040"/>
                <a:ext cx="6869880" cy="255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bfaac54299_0_1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Backprop Assignment</a:t>
            </a:r>
            <a:endParaRPr/>
          </a:p>
        </p:txBody>
      </p:sp>
      <p:sp>
        <p:nvSpPr>
          <p:cNvPr id="428" name="Google Shape;428;gbfaac54299_0_18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Split into small groups and discuss the following while keeping notes on the answers (20 mins): 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What is the relationship between Gradient Descent and Backprop? 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Do we need to calculate error for the backprop algorithm? 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What impact does backprop have on the input layer? 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What does it mean if a weight after training has a value close to 0 (relatively speaking)? 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dirty="0"/>
              <a:t>Discuss the interaction between the backprop algorithm and network </a:t>
            </a:r>
            <a:r>
              <a:rPr lang="en-US" dirty="0" err="1"/>
              <a:t>baiases</a:t>
            </a:r>
            <a:r>
              <a:rPr lang="en-US" dirty="0"/>
              <a:t>. 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99A420-B984-4E9B-039B-435A02C5E4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bfaac54299_0_188"/>
          <p:cNvSpPr txBox="1">
            <a:spLocks noGrp="1"/>
          </p:cNvSpPr>
          <p:nvPr>
            <p:ph type="title"/>
          </p:nvPr>
        </p:nvSpPr>
        <p:spPr>
          <a:xfrm>
            <a:off x="1035925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Losses for Neural Networks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0B4F4-95E5-A915-0D77-E2E69F815C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Note: We Used a Loss in </a:t>
            </a:r>
            <a:r>
              <a:rPr lang="en-US" dirty="0" err="1"/>
              <a:t>Defn</a:t>
            </a:r>
            <a:r>
              <a:rPr lang="en-US" dirty="0"/>
              <a:t> of Backprop</a:t>
            </a:r>
            <a:endParaRPr dirty="0"/>
          </a:p>
        </p:txBody>
      </p:sp>
      <p:sp>
        <p:nvSpPr>
          <p:cNvPr id="439" name="Google Shape;439;p3"/>
          <p:cNvSpPr/>
          <p:nvPr/>
        </p:nvSpPr>
        <p:spPr>
          <a:xfrm>
            <a:off x="1047600" y="28195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"/>
          <p:cNvSpPr/>
          <p:nvPr/>
        </p:nvSpPr>
        <p:spPr>
          <a:xfrm>
            <a:off x="1047600" y="35053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"/>
          <p:cNvSpPr/>
          <p:nvPr/>
        </p:nvSpPr>
        <p:spPr>
          <a:xfrm>
            <a:off x="1047600" y="41911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"/>
          <p:cNvSpPr/>
          <p:nvPr/>
        </p:nvSpPr>
        <p:spPr>
          <a:xfrm>
            <a:off x="2685960" y="281448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"/>
          <p:cNvSpPr/>
          <p:nvPr/>
        </p:nvSpPr>
        <p:spPr>
          <a:xfrm>
            <a:off x="2685960" y="350028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"/>
          <p:cNvSpPr/>
          <p:nvPr/>
        </p:nvSpPr>
        <p:spPr>
          <a:xfrm>
            <a:off x="2685960" y="418608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"/>
          <p:cNvSpPr/>
          <p:nvPr/>
        </p:nvSpPr>
        <p:spPr>
          <a:xfrm>
            <a:off x="7010280" y="30481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"/>
          <p:cNvSpPr/>
          <p:nvPr/>
        </p:nvSpPr>
        <p:spPr>
          <a:xfrm rot="10800000" flipH="1">
            <a:off x="1657440" y="4452120"/>
            <a:ext cx="1028520" cy="4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Google Shape;447;p3"/>
          <p:cNvSpPr/>
          <p:nvPr/>
        </p:nvSpPr>
        <p:spPr>
          <a:xfrm rot="10800000" flipH="1">
            <a:off x="1657440" y="3767040"/>
            <a:ext cx="1028520" cy="690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Google Shape;448;p3"/>
          <p:cNvSpPr/>
          <p:nvPr/>
        </p:nvSpPr>
        <p:spPr>
          <a:xfrm rot="10800000" flipH="1">
            <a:off x="1657440" y="3080520"/>
            <a:ext cx="1028520" cy="13762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Google Shape;449;p3"/>
          <p:cNvSpPr/>
          <p:nvPr/>
        </p:nvSpPr>
        <p:spPr>
          <a:xfrm>
            <a:off x="1657440" y="3772080"/>
            <a:ext cx="1028520" cy="6804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Google Shape;450;p3"/>
          <p:cNvSpPr/>
          <p:nvPr/>
        </p:nvSpPr>
        <p:spPr>
          <a:xfrm rot="10800000" flipH="1">
            <a:off x="1657440" y="3766320"/>
            <a:ext cx="1028520" cy="4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Google Shape;451;p3"/>
          <p:cNvSpPr/>
          <p:nvPr/>
        </p:nvSpPr>
        <p:spPr>
          <a:xfrm rot="10800000" flipH="1">
            <a:off x="1657440" y="3081240"/>
            <a:ext cx="1028520" cy="6904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Google Shape;452;p3"/>
          <p:cNvSpPr/>
          <p:nvPr/>
        </p:nvSpPr>
        <p:spPr>
          <a:xfrm>
            <a:off x="1657440" y="3086280"/>
            <a:ext cx="1028520" cy="13662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Google Shape;453;p3"/>
          <p:cNvSpPr/>
          <p:nvPr/>
        </p:nvSpPr>
        <p:spPr>
          <a:xfrm>
            <a:off x="1657440" y="3086280"/>
            <a:ext cx="1028520" cy="6804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Google Shape;454;p3"/>
          <p:cNvSpPr/>
          <p:nvPr/>
        </p:nvSpPr>
        <p:spPr>
          <a:xfrm rot="10800000" flipH="1">
            <a:off x="1657440" y="3080520"/>
            <a:ext cx="1028520" cy="46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Google Shape;455;p3"/>
          <p:cNvSpPr/>
          <p:nvPr/>
        </p:nvSpPr>
        <p:spPr>
          <a:xfrm rot="5400000" flipH="1">
            <a:off x="1218600" y="2038320"/>
            <a:ext cx="190080" cy="9140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"/>
          <p:cNvSpPr/>
          <p:nvPr/>
        </p:nvSpPr>
        <p:spPr>
          <a:xfrm rot="5400000" flipH="1">
            <a:off x="4365720" y="555840"/>
            <a:ext cx="201600" cy="386676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"/>
          <p:cNvSpPr/>
          <p:nvPr/>
        </p:nvSpPr>
        <p:spPr>
          <a:xfrm rot="5400000" flipH="1">
            <a:off x="7143120" y="2038320"/>
            <a:ext cx="190080" cy="9140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"/>
          <p:cNvSpPr/>
          <p:nvPr/>
        </p:nvSpPr>
        <p:spPr>
          <a:xfrm>
            <a:off x="838080" y="2130480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"/>
          <p:cNvSpPr/>
          <p:nvPr/>
        </p:nvSpPr>
        <p:spPr>
          <a:xfrm>
            <a:off x="2438280" y="2133720"/>
            <a:ext cx="3962160" cy="30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"/>
          <p:cNvSpPr/>
          <p:nvPr/>
        </p:nvSpPr>
        <p:spPr>
          <a:xfrm>
            <a:off x="6705720" y="2133720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"/>
          <p:cNvSpPr/>
          <p:nvPr/>
        </p:nvSpPr>
        <p:spPr>
          <a:xfrm>
            <a:off x="1216080" y="4724280"/>
            <a:ext cx="26604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"/>
          <p:cNvSpPr/>
          <p:nvPr/>
        </p:nvSpPr>
        <p:spPr>
          <a:xfrm>
            <a:off x="2871360" y="4714560"/>
            <a:ext cx="26604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"/>
          <p:cNvSpPr/>
          <p:nvPr/>
        </p:nvSpPr>
        <p:spPr>
          <a:xfrm>
            <a:off x="4267080" y="28195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"/>
          <p:cNvSpPr/>
          <p:nvPr/>
        </p:nvSpPr>
        <p:spPr>
          <a:xfrm>
            <a:off x="4267080" y="35053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"/>
          <p:cNvSpPr/>
          <p:nvPr/>
        </p:nvSpPr>
        <p:spPr>
          <a:xfrm>
            <a:off x="4267080" y="41911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"/>
          <p:cNvSpPr/>
          <p:nvPr/>
        </p:nvSpPr>
        <p:spPr>
          <a:xfrm>
            <a:off x="4452480" y="4719600"/>
            <a:ext cx="26604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"/>
          <p:cNvSpPr/>
          <p:nvPr/>
        </p:nvSpPr>
        <p:spPr>
          <a:xfrm>
            <a:off x="5791320" y="28195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"/>
          <p:cNvSpPr/>
          <p:nvPr/>
        </p:nvSpPr>
        <p:spPr>
          <a:xfrm>
            <a:off x="5791320" y="35053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"/>
          <p:cNvSpPr/>
          <p:nvPr/>
        </p:nvSpPr>
        <p:spPr>
          <a:xfrm>
            <a:off x="5791320" y="419112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"/>
          <p:cNvSpPr/>
          <p:nvPr/>
        </p:nvSpPr>
        <p:spPr>
          <a:xfrm>
            <a:off x="5976360" y="4719600"/>
            <a:ext cx="26604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"/>
          <p:cNvSpPr/>
          <p:nvPr/>
        </p:nvSpPr>
        <p:spPr>
          <a:xfrm>
            <a:off x="4876920" y="3086280"/>
            <a:ext cx="91404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Google Shape;472;p3"/>
          <p:cNvSpPr/>
          <p:nvPr/>
        </p:nvSpPr>
        <p:spPr>
          <a:xfrm>
            <a:off x="4876920" y="3086280"/>
            <a:ext cx="914040" cy="685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Google Shape;473;p3"/>
          <p:cNvSpPr/>
          <p:nvPr/>
        </p:nvSpPr>
        <p:spPr>
          <a:xfrm>
            <a:off x="4876920" y="3086280"/>
            <a:ext cx="914040" cy="13712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Google Shape;474;p3"/>
          <p:cNvSpPr/>
          <p:nvPr/>
        </p:nvSpPr>
        <p:spPr>
          <a:xfrm rot="10800000" flipH="1">
            <a:off x="4876920" y="3086280"/>
            <a:ext cx="914040" cy="685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Google Shape;475;p3"/>
          <p:cNvSpPr/>
          <p:nvPr/>
        </p:nvSpPr>
        <p:spPr>
          <a:xfrm>
            <a:off x="4876920" y="3772080"/>
            <a:ext cx="91404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Google Shape;476;p3"/>
          <p:cNvSpPr/>
          <p:nvPr/>
        </p:nvSpPr>
        <p:spPr>
          <a:xfrm>
            <a:off x="4876920" y="3772080"/>
            <a:ext cx="914040" cy="685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Google Shape;477;p3"/>
          <p:cNvSpPr/>
          <p:nvPr/>
        </p:nvSpPr>
        <p:spPr>
          <a:xfrm rot="10800000" flipH="1">
            <a:off x="4876920" y="3085560"/>
            <a:ext cx="914040" cy="13712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Google Shape;478;p3"/>
          <p:cNvSpPr/>
          <p:nvPr/>
        </p:nvSpPr>
        <p:spPr>
          <a:xfrm rot="10800000" flipH="1">
            <a:off x="4876920" y="3772080"/>
            <a:ext cx="914040" cy="685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Google Shape;479;p3"/>
          <p:cNvSpPr/>
          <p:nvPr/>
        </p:nvSpPr>
        <p:spPr>
          <a:xfrm>
            <a:off x="4876920" y="4457880"/>
            <a:ext cx="91404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Google Shape;480;p3"/>
          <p:cNvSpPr/>
          <p:nvPr/>
        </p:nvSpPr>
        <p:spPr>
          <a:xfrm>
            <a:off x="6400800" y="3086280"/>
            <a:ext cx="609120" cy="2282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Google Shape;481;p3"/>
          <p:cNvSpPr/>
          <p:nvPr/>
        </p:nvSpPr>
        <p:spPr>
          <a:xfrm rot="10800000" flipH="1">
            <a:off x="6400800" y="3314160"/>
            <a:ext cx="609120" cy="456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Google Shape;482;p3"/>
          <p:cNvSpPr/>
          <p:nvPr/>
        </p:nvSpPr>
        <p:spPr>
          <a:xfrm rot="10800000" flipH="1">
            <a:off x="6400800" y="3314880"/>
            <a:ext cx="609120" cy="11426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Google Shape;483;p3"/>
          <p:cNvSpPr/>
          <p:nvPr/>
        </p:nvSpPr>
        <p:spPr>
          <a:xfrm>
            <a:off x="7010280" y="3809880"/>
            <a:ext cx="609120" cy="53316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"/>
          <p:cNvSpPr/>
          <p:nvPr/>
        </p:nvSpPr>
        <p:spPr>
          <a:xfrm>
            <a:off x="6400800" y="3772080"/>
            <a:ext cx="609120" cy="3045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Google Shape;485;p3"/>
          <p:cNvSpPr/>
          <p:nvPr/>
        </p:nvSpPr>
        <p:spPr>
          <a:xfrm rot="10800000" flipH="1">
            <a:off x="6400800" y="4075920"/>
            <a:ext cx="609120" cy="3805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Google Shape;486;p3"/>
          <p:cNvSpPr/>
          <p:nvPr/>
        </p:nvSpPr>
        <p:spPr>
          <a:xfrm>
            <a:off x="6400800" y="3086280"/>
            <a:ext cx="609120" cy="990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Google Shape;487;p3"/>
          <p:cNvSpPr/>
          <p:nvPr/>
        </p:nvSpPr>
        <p:spPr>
          <a:xfrm>
            <a:off x="7201440" y="4343400"/>
            <a:ext cx="26604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"/>
          <p:cNvSpPr/>
          <p:nvPr/>
        </p:nvSpPr>
        <p:spPr>
          <a:xfrm rot="5400000">
            <a:off x="3689640" y="2641680"/>
            <a:ext cx="24156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"/>
          <p:cNvSpPr/>
          <p:nvPr/>
        </p:nvSpPr>
        <p:spPr>
          <a:xfrm rot="5400000">
            <a:off x="3714840" y="3321720"/>
            <a:ext cx="24156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"/>
          <p:cNvSpPr/>
          <p:nvPr/>
        </p:nvSpPr>
        <p:spPr>
          <a:xfrm rot="5400000">
            <a:off x="3714840" y="4007520"/>
            <a:ext cx="241560" cy="91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37609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A2D063-D495-39D4-0C90-F44D2E788B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Calculating Errors – Real Valued Outputs</a:t>
            </a:r>
            <a:endParaRPr/>
          </a:p>
        </p:txBody>
      </p:sp>
      <p:sp>
        <p:nvSpPr>
          <p:cNvPr id="498" name="Google Shape;498;p5"/>
          <p:cNvSpPr/>
          <p:nvPr/>
        </p:nvSpPr>
        <p:spPr>
          <a:xfrm>
            <a:off x="2357769" y="301857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"/>
          <p:cNvSpPr txBox="1"/>
          <p:nvPr/>
        </p:nvSpPr>
        <p:spPr>
          <a:xfrm>
            <a:off x="2509902" y="314430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"/>
          <p:cNvSpPr/>
          <p:nvPr/>
        </p:nvSpPr>
        <p:spPr>
          <a:xfrm rot="5400000" flipH="1">
            <a:off x="2571120" y="1925302"/>
            <a:ext cx="190080" cy="9140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5"/>
          <p:cNvSpPr/>
          <p:nvPr/>
        </p:nvSpPr>
        <p:spPr>
          <a:xfrm rot="5400000" flipH="1">
            <a:off x="4152072" y="1752138"/>
            <a:ext cx="201960" cy="12484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"/>
          <p:cNvSpPr/>
          <p:nvPr/>
        </p:nvSpPr>
        <p:spPr>
          <a:xfrm rot="5400000" flipH="1">
            <a:off x="5808050" y="1708239"/>
            <a:ext cx="190080" cy="1348165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"/>
          <p:cNvSpPr/>
          <p:nvPr/>
        </p:nvSpPr>
        <p:spPr>
          <a:xfrm>
            <a:off x="2190600" y="201746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"/>
          <p:cNvSpPr/>
          <p:nvPr/>
        </p:nvSpPr>
        <p:spPr>
          <a:xfrm>
            <a:off x="3677784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"/>
          <p:cNvSpPr/>
          <p:nvPr/>
        </p:nvSpPr>
        <p:spPr>
          <a:xfrm>
            <a:off x="5348435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5"/>
          <p:cNvCxnSpPr/>
          <p:nvPr/>
        </p:nvCxnSpPr>
        <p:spPr>
          <a:xfrm rot="10800000" flipH="1">
            <a:off x="3017179" y="332264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07" name="Google Shape;507;p5"/>
          <p:cNvGrpSpPr/>
          <p:nvPr/>
        </p:nvGrpSpPr>
        <p:grpSpPr>
          <a:xfrm>
            <a:off x="4032354" y="2983935"/>
            <a:ext cx="677187" cy="648982"/>
            <a:chOff x="2190600" y="4888789"/>
            <a:chExt cx="677187" cy="648982"/>
          </a:xfrm>
        </p:grpSpPr>
        <p:sp>
          <p:nvSpPr>
            <p:cNvPr id="508" name="Google Shape;508;p5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0" name="Google Shape;510;p5"/>
          <p:cNvSpPr/>
          <p:nvPr/>
        </p:nvSpPr>
        <p:spPr>
          <a:xfrm>
            <a:off x="2391014" y="4050696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5"/>
          <p:cNvSpPr txBox="1"/>
          <p:nvPr/>
        </p:nvSpPr>
        <p:spPr>
          <a:xfrm>
            <a:off x="2543147" y="4176427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5"/>
          <p:cNvCxnSpPr/>
          <p:nvPr/>
        </p:nvCxnSpPr>
        <p:spPr>
          <a:xfrm rot="10800000" flipH="1">
            <a:off x="3050424" y="4354762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3" name="Google Shape;513;p5"/>
          <p:cNvCxnSpPr/>
          <p:nvPr/>
        </p:nvCxnSpPr>
        <p:spPr>
          <a:xfrm>
            <a:off x="4687592" y="4354762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4" name="Google Shape;514;p5"/>
          <p:cNvCxnSpPr/>
          <p:nvPr/>
        </p:nvCxnSpPr>
        <p:spPr>
          <a:xfrm rot="10800000" flipH="1">
            <a:off x="6347913" y="4340545"/>
            <a:ext cx="262505" cy="142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15" name="Google Shape;515;p5"/>
          <p:cNvGrpSpPr/>
          <p:nvPr/>
        </p:nvGrpSpPr>
        <p:grpSpPr>
          <a:xfrm>
            <a:off x="5697191" y="4027698"/>
            <a:ext cx="677187" cy="648982"/>
            <a:chOff x="2190600" y="4888789"/>
            <a:chExt cx="677187" cy="648982"/>
          </a:xfrm>
        </p:grpSpPr>
        <p:sp>
          <p:nvSpPr>
            <p:cNvPr id="516" name="Google Shape;516;p5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5"/>
          <p:cNvGrpSpPr/>
          <p:nvPr/>
        </p:nvGrpSpPr>
        <p:grpSpPr>
          <a:xfrm>
            <a:off x="4065599" y="4016054"/>
            <a:ext cx="677187" cy="648982"/>
            <a:chOff x="2190600" y="4888789"/>
            <a:chExt cx="677187" cy="648982"/>
          </a:xfrm>
        </p:grpSpPr>
        <p:sp>
          <p:nvSpPr>
            <p:cNvPr id="519" name="Google Shape;519;p5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1" name="Google Shape;521;p5"/>
          <p:cNvSpPr/>
          <p:nvPr/>
        </p:nvSpPr>
        <p:spPr>
          <a:xfrm>
            <a:off x="2443096" y="508498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5"/>
          <p:cNvSpPr txBox="1"/>
          <p:nvPr/>
        </p:nvSpPr>
        <p:spPr>
          <a:xfrm>
            <a:off x="2595229" y="521071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5"/>
          <p:cNvCxnSpPr/>
          <p:nvPr/>
        </p:nvCxnSpPr>
        <p:spPr>
          <a:xfrm rot="10800000" flipH="1">
            <a:off x="3102506" y="538905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24" name="Google Shape;524;p5"/>
          <p:cNvGrpSpPr/>
          <p:nvPr/>
        </p:nvGrpSpPr>
        <p:grpSpPr>
          <a:xfrm>
            <a:off x="4117681" y="5050345"/>
            <a:ext cx="677187" cy="648982"/>
            <a:chOff x="2190600" y="4888789"/>
            <a:chExt cx="677187" cy="648982"/>
          </a:xfrm>
        </p:grpSpPr>
        <p:sp>
          <p:nvSpPr>
            <p:cNvPr id="525" name="Google Shape;525;p5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27" name="Google Shape;527;p5"/>
          <p:cNvCxnSpPr>
            <a:stCxn id="498" idx="6"/>
            <a:endCxn id="519" idx="2"/>
          </p:cNvCxnSpPr>
          <p:nvPr/>
        </p:nvCxnSpPr>
        <p:spPr>
          <a:xfrm>
            <a:off x="304470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8" name="Google Shape;528;p5"/>
          <p:cNvCxnSpPr/>
          <p:nvPr/>
        </p:nvCxnSpPr>
        <p:spPr>
          <a:xfrm>
            <a:off x="3054122" y="4354762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9" name="Google Shape;529;p5"/>
          <p:cNvCxnSpPr/>
          <p:nvPr/>
        </p:nvCxnSpPr>
        <p:spPr>
          <a:xfrm>
            <a:off x="464615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0" name="Google Shape;530;p5"/>
          <p:cNvCxnSpPr>
            <a:endCxn id="508" idx="2"/>
          </p:cNvCxnSpPr>
          <p:nvPr/>
        </p:nvCxnSpPr>
        <p:spPr>
          <a:xfrm rot="10800000" flipH="1">
            <a:off x="3046854" y="3309281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1" name="Google Shape;531;p5"/>
          <p:cNvCxnSpPr/>
          <p:nvPr/>
        </p:nvCxnSpPr>
        <p:spPr>
          <a:xfrm rot="10800000" flipH="1">
            <a:off x="3072363" y="4376442"/>
            <a:ext cx="985636" cy="108303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2" name="Google Shape;532;p5"/>
          <p:cNvCxnSpPr>
            <a:endCxn id="516" idx="2"/>
          </p:cNvCxnSpPr>
          <p:nvPr/>
        </p:nvCxnSpPr>
        <p:spPr>
          <a:xfrm rot="10800000" flipH="1">
            <a:off x="4791491" y="4353044"/>
            <a:ext cx="905700" cy="1029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3" name="Google Shape;533;p5"/>
          <p:cNvSpPr txBox="1"/>
          <p:nvPr/>
        </p:nvSpPr>
        <p:spPr>
          <a:xfrm>
            <a:off x="6610418" y="4133208"/>
            <a:ext cx="5239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5"/>
          <p:cNvSpPr txBox="1"/>
          <p:nvPr/>
        </p:nvSpPr>
        <p:spPr>
          <a:xfrm>
            <a:off x="6677241" y="5142656"/>
            <a:ext cx="5239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8434" y="1554386"/>
            <a:ext cx="251067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2941" y="2275402"/>
            <a:ext cx="3601650" cy="36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B8309F-E62D-B4E5-9390-9479A7ABEF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243B07-A50B-FEF9-CDCE-97950C963E15}"/>
                  </a:ext>
                </a:extLst>
              </p14:cNvPr>
              <p14:cNvContentPartPr/>
              <p14:nvPr/>
            </p14:nvContentPartPr>
            <p14:xfrm>
              <a:off x="714600" y="2114280"/>
              <a:ext cx="7975440" cy="4420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243B07-A50B-FEF9-CDCE-97950C963E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5240" y="2104920"/>
                <a:ext cx="7994160" cy="443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bfaac54299_0_1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Problem</a:t>
            </a:r>
            <a:endParaRPr/>
          </a:p>
        </p:txBody>
      </p:sp>
      <p:pic>
        <p:nvPicPr>
          <p:cNvPr id="542" name="Google Shape;542;gbfaac54299_0_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4350" y="1616675"/>
            <a:ext cx="7076300" cy="47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bfaac54299_0_197"/>
          <p:cNvSpPr txBox="1"/>
          <p:nvPr/>
        </p:nvSpPr>
        <p:spPr>
          <a:xfrm>
            <a:off x="1075050" y="2001800"/>
            <a:ext cx="3138600" cy="29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definition of the backprop equations is dependent on the derivative of z which is given by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a(1 - a)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are using a sigmoid unit (classification) then the derivative is not very strong if we are very right 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 very wrong!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707CF9-AC4D-28F2-9E2D-056B9FED8B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58970C-053D-3214-AAFD-55FD5DA17190}"/>
                  </a:ext>
                </a:extLst>
              </p14:cNvPr>
              <p14:cNvContentPartPr/>
              <p14:nvPr/>
            </p14:nvContentPartPr>
            <p14:xfrm>
              <a:off x="5343480" y="2615760"/>
              <a:ext cx="6136920" cy="1206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58970C-053D-3214-AAFD-55FD5DA171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4120" y="2606400"/>
                <a:ext cx="6155640" cy="122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76c6a44f26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Cross Entropy Loss</a:t>
            </a:r>
            <a:endParaRPr dirty="0"/>
          </a:p>
        </p:txBody>
      </p:sp>
      <p:pic>
        <p:nvPicPr>
          <p:cNvPr id="549" name="Google Shape;549;g76c6a44f26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575" y="2167475"/>
            <a:ext cx="4490425" cy="33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76c6a44f26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0400" y="2167487"/>
            <a:ext cx="4490425" cy="332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76c6a44f26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5802" y="5832383"/>
            <a:ext cx="6842874" cy="5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C9E71E-B713-BC85-BA39-24D8C2A4F6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D933A27-608C-2C1D-B13E-BBF607A69B27}"/>
                  </a:ext>
                </a:extLst>
              </p14:cNvPr>
              <p14:cNvContentPartPr/>
              <p14:nvPr/>
            </p14:nvContentPartPr>
            <p14:xfrm>
              <a:off x="364320" y="619200"/>
              <a:ext cx="11340720" cy="5856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D933A27-608C-2C1D-B13E-BBF607A69B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4960" y="609840"/>
                <a:ext cx="11359440" cy="5874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70F3-7598-AA3D-3E86-1845A74A3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Key: Natural Log Between </a:t>
            </a:r>
            <a:r>
              <a:rPr lang="en-IE" dirty="0"/>
              <a:t>(0, 1]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6C840-B159-46C9-EF5C-5CA0D97500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160F3A-B646-EE35-A7A7-0DC586F73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42" y="1755175"/>
            <a:ext cx="10333983" cy="41019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98707D-AC5B-7A8F-C69C-834B39F66A57}"/>
                  </a:ext>
                </a:extLst>
              </p14:cNvPr>
              <p14:cNvContentPartPr/>
              <p14:nvPr/>
            </p14:nvContentPartPr>
            <p14:xfrm>
              <a:off x="825480" y="3774600"/>
              <a:ext cx="10969560" cy="2540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98707D-AC5B-7A8F-C69C-834B39F66A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6120" y="3765240"/>
                <a:ext cx="10988280" cy="255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6310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>
          <a:extLst>
            <a:ext uri="{FF2B5EF4-FFF2-40B4-BE49-F238E27FC236}">
              <a16:creationId xmlns:a16="http://schemas.microsoft.com/office/drawing/2014/main" id="{C48060EE-CDBD-EB04-3879-2CC55D7C2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76c6a44f26_0_0">
            <a:extLst>
              <a:ext uri="{FF2B5EF4-FFF2-40B4-BE49-F238E27FC236}">
                <a16:creationId xmlns:a16="http://schemas.microsoft.com/office/drawing/2014/main" id="{1E137BA4-93D0-AF50-AB4E-46AE04E0DB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Cross Entropy Loss</a:t>
            </a:r>
            <a:endParaRPr dirty="0"/>
          </a:p>
        </p:txBody>
      </p:sp>
      <p:pic>
        <p:nvPicPr>
          <p:cNvPr id="549" name="Google Shape;549;g76c6a44f26_0_0">
            <a:extLst>
              <a:ext uri="{FF2B5EF4-FFF2-40B4-BE49-F238E27FC236}">
                <a16:creationId xmlns:a16="http://schemas.microsoft.com/office/drawing/2014/main" id="{E9660BA9-2186-68F1-6366-5A6C0FF7CB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575" y="2167475"/>
            <a:ext cx="4490425" cy="33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g76c6a44f26_0_0">
            <a:extLst>
              <a:ext uri="{FF2B5EF4-FFF2-40B4-BE49-F238E27FC236}">
                <a16:creationId xmlns:a16="http://schemas.microsoft.com/office/drawing/2014/main" id="{B0271BA9-42AC-2DA6-E8DB-0A078B431F0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70400" y="2167487"/>
            <a:ext cx="4490425" cy="3320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g76c6a44f26_0_0">
            <a:extLst>
              <a:ext uri="{FF2B5EF4-FFF2-40B4-BE49-F238E27FC236}">
                <a16:creationId xmlns:a16="http://schemas.microsoft.com/office/drawing/2014/main" id="{C87EF3A4-B970-917F-22E4-688222DF5B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5802" y="5832383"/>
            <a:ext cx="6842874" cy="5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5B610-2D71-E4A7-60D5-8301CF9CE6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38AF92-39CA-647C-604E-E18FF8CE4400}"/>
                  </a:ext>
                </a:extLst>
              </p14:cNvPr>
              <p14:cNvContentPartPr/>
              <p14:nvPr/>
            </p14:nvContentPartPr>
            <p14:xfrm>
              <a:off x="4800600" y="4909680"/>
              <a:ext cx="1399680" cy="141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38AF92-39CA-647C-604E-E18FF8CE44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91240" y="4900320"/>
                <a:ext cx="1418400" cy="143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4830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bfaac54299_0_1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Calculating Errors – Binary Outputs</a:t>
            </a:r>
            <a:endParaRPr/>
          </a:p>
        </p:txBody>
      </p:sp>
      <p:sp>
        <p:nvSpPr>
          <p:cNvPr id="557" name="Google Shape;557;gbfaac54299_0_121"/>
          <p:cNvSpPr/>
          <p:nvPr/>
        </p:nvSpPr>
        <p:spPr>
          <a:xfrm>
            <a:off x="2357769" y="3018577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gbfaac54299_0_121"/>
          <p:cNvSpPr txBox="1"/>
          <p:nvPr/>
        </p:nvSpPr>
        <p:spPr>
          <a:xfrm>
            <a:off x="2509902" y="3144308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bfaac54299_0_121"/>
          <p:cNvSpPr/>
          <p:nvPr/>
        </p:nvSpPr>
        <p:spPr>
          <a:xfrm rot="5400000" flipH="1">
            <a:off x="2571030" y="1925212"/>
            <a:ext cx="190200" cy="914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gbfaac54299_0_121"/>
          <p:cNvSpPr/>
          <p:nvPr/>
        </p:nvSpPr>
        <p:spPr>
          <a:xfrm rot="5400000" flipH="1">
            <a:off x="4152046" y="1752112"/>
            <a:ext cx="201900" cy="12486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bfaac54299_0_121"/>
          <p:cNvSpPr/>
          <p:nvPr/>
        </p:nvSpPr>
        <p:spPr>
          <a:xfrm rot="5400000" flipH="1">
            <a:off x="5807973" y="1708162"/>
            <a:ext cx="190200" cy="13482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gbfaac54299_0_121"/>
          <p:cNvSpPr/>
          <p:nvPr/>
        </p:nvSpPr>
        <p:spPr>
          <a:xfrm>
            <a:off x="2190600" y="201746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bfaac54299_0_121"/>
          <p:cNvSpPr/>
          <p:nvPr/>
        </p:nvSpPr>
        <p:spPr>
          <a:xfrm>
            <a:off x="3677784" y="202070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gbfaac54299_0_121"/>
          <p:cNvSpPr/>
          <p:nvPr/>
        </p:nvSpPr>
        <p:spPr>
          <a:xfrm>
            <a:off x="5348435" y="202070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5" name="Google Shape;565;gbfaac54299_0_121"/>
          <p:cNvCxnSpPr/>
          <p:nvPr/>
        </p:nvCxnSpPr>
        <p:spPr>
          <a:xfrm rot="10800000" flipH="1">
            <a:off x="3017179" y="3322561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66" name="Google Shape;566;gbfaac54299_0_121"/>
          <p:cNvGrpSpPr/>
          <p:nvPr/>
        </p:nvGrpSpPr>
        <p:grpSpPr>
          <a:xfrm>
            <a:off x="4032354" y="2983807"/>
            <a:ext cx="677187" cy="649238"/>
            <a:chOff x="2190600" y="4888661"/>
            <a:chExt cx="677187" cy="649238"/>
          </a:xfrm>
        </p:grpSpPr>
        <p:sp>
          <p:nvSpPr>
            <p:cNvPr id="567" name="Google Shape;567;gbfaac54299_0_121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gbfaac54299_0_121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gbfaac54299_0_121"/>
          <p:cNvSpPr/>
          <p:nvPr/>
        </p:nvSpPr>
        <p:spPr>
          <a:xfrm>
            <a:off x="2391014" y="4050696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bfaac54299_0_121"/>
          <p:cNvSpPr txBox="1"/>
          <p:nvPr/>
        </p:nvSpPr>
        <p:spPr>
          <a:xfrm>
            <a:off x="2543147" y="4176427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1" name="Google Shape;571;gbfaac54299_0_121"/>
          <p:cNvCxnSpPr/>
          <p:nvPr/>
        </p:nvCxnSpPr>
        <p:spPr>
          <a:xfrm rot="10800000" flipH="1">
            <a:off x="3050424" y="4354680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2" name="Google Shape;572;gbfaac54299_0_121"/>
          <p:cNvCxnSpPr/>
          <p:nvPr/>
        </p:nvCxnSpPr>
        <p:spPr>
          <a:xfrm>
            <a:off x="4687592" y="4354762"/>
            <a:ext cx="100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3" name="Google Shape;573;gbfaac54299_0_121"/>
          <p:cNvCxnSpPr/>
          <p:nvPr/>
        </p:nvCxnSpPr>
        <p:spPr>
          <a:xfrm rot="10800000" flipH="1">
            <a:off x="6347913" y="4340662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74" name="Google Shape;574;gbfaac54299_0_121"/>
          <p:cNvGrpSpPr/>
          <p:nvPr/>
        </p:nvGrpSpPr>
        <p:grpSpPr>
          <a:xfrm>
            <a:off x="5697191" y="4027570"/>
            <a:ext cx="677187" cy="649238"/>
            <a:chOff x="2190600" y="4888661"/>
            <a:chExt cx="677187" cy="649238"/>
          </a:xfrm>
        </p:grpSpPr>
        <p:sp>
          <p:nvSpPr>
            <p:cNvPr id="575" name="Google Shape;575;gbfaac54299_0_121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gbfaac54299_0_121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gbfaac54299_0_121"/>
          <p:cNvGrpSpPr/>
          <p:nvPr/>
        </p:nvGrpSpPr>
        <p:grpSpPr>
          <a:xfrm>
            <a:off x="4065599" y="4015926"/>
            <a:ext cx="677187" cy="649238"/>
            <a:chOff x="2190600" y="4888661"/>
            <a:chExt cx="677187" cy="649238"/>
          </a:xfrm>
        </p:grpSpPr>
        <p:sp>
          <p:nvSpPr>
            <p:cNvPr id="578" name="Google Shape;578;gbfaac54299_0_121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gbfaac54299_0_121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0" name="Google Shape;580;gbfaac54299_0_121"/>
          <p:cNvSpPr/>
          <p:nvPr/>
        </p:nvSpPr>
        <p:spPr>
          <a:xfrm>
            <a:off x="2443096" y="5084987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bfaac54299_0_121"/>
          <p:cNvSpPr txBox="1"/>
          <p:nvPr/>
        </p:nvSpPr>
        <p:spPr>
          <a:xfrm>
            <a:off x="2595229" y="5210718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2" name="Google Shape;582;gbfaac54299_0_121"/>
          <p:cNvCxnSpPr/>
          <p:nvPr/>
        </p:nvCxnSpPr>
        <p:spPr>
          <a:xfrm rot="10800000" flipH="1">
            <a:off x="3102506" y="5388971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583" name="Google Shape;583;gbfaac54299_0_121"/>
          <p:cNvGrpSpPr/>
          <p:nvPr/>
        </p:nvGrpSpPr>
        <p:grpSpPr>
          <a:xfrm>
            <a:off x="4117681" y="5050217"/>
            <a:ext cx="677187" cy="649238"/>
            <a:chOff x="2190600" y="4888661"/>
            <a:chExt cx="677187" cy="649238"/>
          </a:xfrm>
        </p:grpSpPr>
        <p:sp>
          <p:nvSpPr>
            <p:cNvPr id="584" name="Google Shape;584;gbfaac54299_0_121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gbfaac54299_0_121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86" name="Google Shape;586;gbfaac54299_0_121"/>
          <p:cNvCxnSpPr>
            <a:stCxn id="557" idx="6"/>
            <a:endCxn id="578" idx="2"/>
          </p:cNvCxnSpPr>
          <p:nvPr/>
        </p:nvCxnSpPr>
        <p:spPr>
          <a:xfrm>
            <a:off x="3044769" y="3331027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7" name="Google Shape;587;gbfaac54299_0_121"/>
          <p:cNvCxnSpPr/>
          <p:nvPr/>
        </p:nvCxnSpPr>
        <p:spPr>
          <a:xfrm>
            <a:off x="3054122" y="4354762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8" name="Google Shape;588;gbfaac54299_0_121"/>
          <p:cNvCxnSpPr/>
          <p:nvPr/>
        </p:nvCxnSpPr>
        <p:spPr>
          <a:xfrm>
            <a:off x="464615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9" name="Google Shape;589;gbfaac54299_0_121"/>
          <p:cNvCxnSpPr>
            <a:endCxn id="567" idx="2"/>
          </p:cNvCxnSpPr>
          <p:nvPr/>
        </p:nvCxnSpPr>
        <p:spPr>
          <a:xfrm rot="10800000" flipH="1">
            <a:off x="3046854" y="3309345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0" name="Google Shape;590;gbfaac54299_0_121"/>
          <p:cNvCxnSpPr/>
          <p:nvPr/>
        </p:nvCxnSpPr>
        <p:spPr>
          <a:xfrm rot="10800000" flipH="1">
            <a:off x="3072363" y="4376472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1" name="Google Shape;591;gbfaac54299_0_121"/>
          <p:cNvCxnSpPr>
            <a:endCxn id="575" idx="2"/>
          </p:cNvCxnSpPr>
          <p:nvPr/>
        </p:nvCxnSpPr>
        <p:spPr>
          <a:xfrm rot="10800000" flipH="1">
            <a:off x="4791491" y="4353108"/>
            <a:ext cx="905700" cy="1029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2" name="Google Shape;592;gbfaac54299_0_121"/>
          <p:cNvSpPr txBox="1"/>
          <p:nvPr/>
        </p:nvSpPr>
        <p:spPr>
          <a:xfrm>
            <a:off x="6610418" y="4133208"/>
            <a:ext cx="52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gbfaac54299_0_121"/>
          <p:cNvSpPr txBox="1"/>
          <p:nvPr/>
        </p:nvSpPr>
        <p:spPr>
          <a:xfrm>
            <a:off x="7309946" y="2953243"/>
            <a:ext cx="45942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Function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Cross Entropy Loss 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Derivative (final Layer)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4" name="Google Shape;594;gbfaac54299_0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6273" y="3402550"/>
            <a:ext cx="3558971" cy="299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gbfaac54299_0_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9953" y="4284650"/>
            <a:ext cx="2451610" cy="7642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FD4A38-30FF-F142-0EAA-04D540FF91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E343B6-D62E-4576-19EC-73D6A21EE8E3}"/>
                  </a:ext>
                </a:extLst>
              </p14:cNvPr>
              <p14:cNvContentPartPr/>
              <p14:nvPr/>
            </p14:nvContentPartPr>
            <p14:xfrm>
              <a:off x="6204960" y="3275280"/>
              <a:ext cx="4059000" cy="1955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E343B6-D62E-4576-19EC-73D6A21EE8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95600" y="3265920"/>
                <a:ext cx="4077720" cy="1974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Cross Entropy Loss Function Performance</a:t>
            </a:r>
            <a:endParaRPr/>
          </a:p>
        </p:txBody>
      </p:sp>
      <p:pic>
        <p:nvPicPr>
          <p:cNvPr id="601" name="Google Shape;60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5158" y="1388533"/>
            <a:ext cx="7924709" cy="49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5084D0-4D0E-FECB-224D-2865CE1278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71BA5AA-0A1D-8315-E1C1-B8FC674E7D1D}"/>
                  </a:ext>
                </a:extLst>
              </p14:cNvPr>
              <p14:cNvContentPartPr/>
              <p14:nvPr/>
            </p14:nvContentPartPr>
            <p14:xfrm>
              <a:off x="604080" y="1811880"/>
              <a:ext cx="8923680" cy="4880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71BA5AA-0A1D-8315-E1C1-B8FC674E7D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720" y="1802520"/>
                <a:ext cx="8942400" cy="4899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bfaac54299_0_2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Calculating Errors – Multi-Label Outputs</a:t>
            </a:r>
            <a:endParaRPr/>
          </a:p>
        </p:txBody>
      </p:sp>
      <p:sp>
        <p:nvSpPr>
          <p:cNvPr id="607" name="Google Shape;607;gbfaac54299_0_204"/>
          <p:cNvSpPr/>
          <p:nvPr/>
        </p:nvSpPr>
        <p:spPr>
          <a:xfrm>
            <a:off x="2357769" y="3018577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bfaac54299_0_204"/>
          <p:cNvSpPr txBox="1"/>
          <p:nvPr/>
        </p:nvSpPr>
        <p:spPr>
          <a:xfrm>
            <a:off x="2509902" y="3144308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bfaac54299_0_204"/>
          <p:cNvSpPr txBox="1"/>
          <p:nvPr/>
        </p:nvSpPr>
        <p:spPr>
          <a:xfrm>
            <a:off x="6577173" y="3123760"/>
            <a:ext cx="52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gbfaac54299_0_204"/>
          <p:cNvSpPr/>
          <p:nvPr/>
        </p:nvSpPr>
        <p:spPr>
          <a:xfrm rot="5400000" flipH="1">
            <a:off x="2571030" y="1925212"/>
            <a:ext cx="190200" cy="914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bfaac54299_0_204"/>
          <p:cNvSpPr/>
          <p:nvPr/>
        </p:nvSpPr>
        <p:spPr>
          <a:xfrm rot="5400000" flipH="1">
            <a:off x="4152046" y="1752112"/>
            <a:ext cx="201900" cy="12486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gbfaac54299_0_204"/>
          <p:cNvSpPr/>
          <p:nvPr/>
        </p:nvSpPr>
        <p:spPr>
          <a:xfrm rot="5400000" flipH="1">
            <a:off x="5807973" y="1708162"/>
            <a:ext cx="190200" cy="13482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bfaac54299_0_204"/>
          <p:cNvSpPr/>
          <p:nvPr/>
        </p:nvSpPr>
        <p:spPr>
          <a:xfrm>
            <a:off x="2190600" y="201746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gbfaac54299_0_204"/>
          <p:cNvSpPr/>
          <p:nvPr/>
        </p:nvSpPr>
        <p:spPr>
          <a:xfrm>
            <a:off x="3677784" y="202070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bfaac54299_0_204"/>
          <p:cNvSpPr/>
          <p:nvPr/>
        </p:nvSpPr>
        <p:spPr>
          <a:xfrm>
            <a:off x="5348435" y="2020702"/>
            <a:ext cx="11616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6" name="Google Shape;616;gbfaac54299_0_204"/>
          <p:cNvCxnSpPr/>
          <p:nvPr/>
        </p:nvCxnSpPr>
        <p:spPr>
          <a:xfrm rot="10800000" flipH="1">
            <a:off x="3017179" y="3322561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7" name="Google Shape;617;gbfaac54299_0_204"/>
          <p:cNvCxnSpPr/>
          <p:nvPr/>
        </p:nvCxnSpPr>
        <p:spPr>
          <a:xfrm>
            <a:off x="4654347" y="3322643"/>
            <a:ext cx="100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8" name="Google Shape;618;gbfaac54299_0_204"/>
          <p:cNvCxnSpPr>
            <a:endCxn id="609" idx="1"/>
          </p:cNvCxnSpPr>
          <p:nvPr/>
        </p:nvCxnSpPr>
        <p:spPr>
          <a:xfrm rot="10800000" flipH="1">
            <a:off x="6314673" y="3262210"/>
            <a:ext cx="262500" cy="6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19" name="Google Shape;619;gbfaac54299_0_204"/>
          <p:cNvGrpSpPr/>
          <p:nvPr/>
        </p:nvGrpSpPr>
        <p:grpSpPr>
          <a:xfrm>
            <a:off x="5663946" y="2995451"/>
            <a:ext cx="677187" cy="649238"/>
            <a:chOff x="2190600" y="4888661"/>
            <a:chExt cx="677187" cy="649238"/>
          </a:xfrm>
        </p:grpSpPr>
        <p:sp>
          <p:nvSpPr>
            <p:cNvPr id="620" name="Google Shape;620;gbfaac54299_0_204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gbfaac54299_0_204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2" name="Google Shape;622;gbfaac54299_0_204"/>
          <p:cNvGrpSpPr/>
          <p:nvPr/>
        </p:nvGrpSpPr>
        <p:grpSpPr>
          <a:xfrm>
            <a:off x="4032354" y="2983807"/>
            <a:ext cx="677187" cy="649238"/>
            <a:chOff x="2190600" y="4888661"/>
            <a:chExt cx="677187" cy="649238"/>
          </a:xfrm>
        </p:grpSpPr>
        <p:sp>
          <p:nvSpPr>
            <p:cNvPr id="623" name="Google Shape;623;gbfaac54299_0_204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gbfaac54299_0_204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" name="Google Shape;625;gbfaac54299_0_204"/>
          <p:cNvSpPr/>
          <p:nvPr/>
        </p:nvSpPr>
        <p:spPr>
          <a:xfrm>
            <a:off x="2391014" y="4050696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gbfaac54299_0_204"/>
          <p:cNvSpPr txBox="1"/>
          <p:nvPr/>
        </p:nvSpPr>
        <p:spPr>
          <a:xfrm>
            <a:off x="2543147" y="4176427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7" name="Google Shape;627;gbfaac54299_0_204"/>
          <p:cNvCxnSpPr/>
          <p:nvPr/>
        </p:nvCxnSpPr>
        <p:spPr>
          <a:xfrm rot="10800000" flipH="1">
            <a:off x="3050424" y="4354680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8" name="Google Shape;628;gbfaac54299_0_204"/>
          <p:cNvCxnSpPr/>
          <p:nvPr/>
        </p:nvCxnSpPr>
        <p:spPr>
          <a:xfrm>
            <a:off x="4687592" y="4354762"/>
            <a:ext cx="100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29" name="Google Shape;629;gbfaac54299_0_204"/>
          <p:cNvCxnSpPr/>
          <p:nvPr/>
        </p:nvCxnSpPr>
        <p:spPr>
          <a:xfrm rot="10800000" flipH="1">
            <a:off x="6347913" y="4340662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30" name="Google Shape;630;gbfaac54299_0_204"/>
          <p:cNvGrpSpPr/>
          <p:nvPr/>
        </p:nvGrpSpPr>
        <p:grpSpPr>
          <a:xfrm>
            <a:off x="5697191" y="4027570"/>
            <a:ext cx="677187" cy="649238"/>
            <a:chOff x="2190600" y="4888661"/>
            <a:chExt cx="677187" cy="649238"/>
          </a:xfrm>
        </p:grpSpPr>
        <p:sp>
          <p:nvSpPr>
            <p:cNvPr id="631" name="Google Shape;631;gbfaac54299_0_204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gbfaac54299_0_204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3" name="Google Shape;633;gbfaac54299_0_204"/>
          <p:cNvGrpSpPr/>
          <p:nvPr/>
        </p:nvGrpSpPr>
        <p:grpSpPr>
          <a:xfrm>
            <a:off x="4065599" y="4015926"/>
            <a:ext cx="677187" cy="649238"/>
            <a:chOff x="2190600" y="4888661"/>
            <a:chExt cx="677187" cy="649238"/>
          </a:xfrm>
        </p:grpSpPr>
        <p:sp>
          <p:nvSpPr>
            <p:cNvPr id="634" name="Google Shape;634;gbfaac54299_0_204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gbfaac54299_0_204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6" name="Google Shape;636;gbfaac54299_0_204"/>
          <p:cNvSpPr/>
          <p:nvPr/>
        </p:nvSpPr>
        <p:spPr>
          <a:xfrm>
            <a:off x="2443096" y="5084987"/>
            <a:ext cx="687000" cy="624900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bfaac54299_0_204"/>
          <p:cNvSpPr txBox="1"/>
          <p:nvPr/>
        </p:nvSpPr>
        <p:spPr>
          <a:xfrm>
            <a:off x="2595229" y="5210718"/>
            <a:ext cx="3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8" name="Google Shape;638;gbfaac54299_0_204"/>
          <p:cNvCxnSpPr/>
          <p:nvPr/>
        </p:nvCxnSpPr>
        <p:spPr>
          <a:xfrm rot="10800000" flipH="1">
            <a:off x="3102506" y="5388971"/>
            <a:ext cx="981900" cy="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9" name="Google Shape;639;gbfaac54299_0_204"/>
          <p:cNvCxnSpPr/>
          <p:nvPr/>
        </p:nvCxnSpPr>
        <p:spPr>
          <a:xfrm>
            <a:off x="4739674" y="5389053"/>
            <a:ext cx="100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40" name="Google Shape;640;gbfaac54299_0_204"/>
          <p:cNvCxnSpPr/>
          <p:nvPr/>
        </p:nvCxnSpPr>
        <p:spPr>
          <a:xfrm rot="10800000" flipH="1">
            <a:off x="6399995" y="5374953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41" name="Google Shape;641;gbfaac54299_0_204"/>
          <p:cNvGrpSpPr/>
          <p:nvPr/>
        </p:nvGrpSpPr>
        <p:grpSpPr>
          <a:xfrm>
            <a:off x="5749273" y="5061861"/>
            <a:ext cx="677187" cy="649238"/>
            <a:chOff x="2190600" y="4888661"/>
            <a:chExt cx="677187" cy="649238"/>
          </a:xfrm>
        </p:grpSpPr>
        <p:sp>
          <p:nvSpPr>
            <p:cNvPr id="642" name="Google Shape;642;gbfaac54299_0_204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gbfaac54299_0_204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4" name="Google Shape;644;gbfaac54299_0_204"/>
          <p:cNvGrpSpPr/>
          <p:nvPr/>
        </p:nvGrpSpPr>
        <p:grpSpPr>
          <a:xfrm>
            <a:off x="4117681" y="5050217"/>
            <a:ext cx="677187" cy="649238"/>
            <a:chOff x="2190600" y="4888661"/>
            <a:chExt cx="677187" cy="649238"/>
          </a:xfrm>
        </p:grpSpPr>
        <p:sp>
          <p:nvSpPr>
            <p:cNvPr id="645" name="Google Shape;645;gbfaac54299_0_204"/>
            <p:cNvSpPr/>
            <p:nvPr/>
          </p:nvSpPr>
          <p:spPr>
            <a:xfrm>
              <a:off x="2190600" y="4890499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12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gbfaac54299_0_204"/>
            <p:cNvSpPr/>
            <p:nvPr/>
          </p:nvSpPr>
          <p:spPr>
            <a:xfrm rot="10800000">
              <a:off x="2209587" y="4888661"/>
              <a:ext cx="658200" cy="647400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12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47" name="Google Shape;647;gbfaac54299_0_204"/>
          <p:cNvCxnSpPr>
            <a:stCxn id="607" idx="6"/>
            <a:endCxn id="634" idx="2"/>
          </p:cNvCxnSpPr>
          <p:nvPr/>
        </p:nvCxnSpPr>
        <p:spPr>
          <a:xfrm>
            <a:off x="3044769" y="3331027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48" name="Google Shape;648;gbfaac54299_0_204"/>
          <p:cNvCxnSpPr/>
          <p:nvPr/>
        </p:nvCxnSpPr>
        <p:spPr>
          <a:xfrm>
            <a:off x="3054122" y="4354762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49" name="Google Shape;649;gbfaac54299_0_204"/>
          <p:cNvCxnSpPr/>
          <p:nvPr/>
        </p:nvCxnSpPr>
        <p:spPr>
          <a:xfrm>
            <a:off x="464615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0" name="Google Shape;650;gbfaac54299_0_204"/>
          <p:cNvCxnSpPr/>
          <p:nvPr/>
        </p:nvCxnSpPr>
        <p:spPr>
          <a:xfrm>
            <a:off x="4747302" y="4364397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1" name="Google Shape;651;gbfaac54299_0_204"/>
          <p:cNvCxnSpPr>
            <a:endCxn id="623" idx="2"/>
          </p:cNvCxnSpPr>
          <p:nvPr/>
        </p:nvCxnSpPr>
        <p:spPr>
          <a:xfrm rot="10800000" flipH="1">
            <a:off x="3046854" y="3309345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2" name="Google Shape;652;gbfaac54299_0_204"/>
          <p:cNvCxnSpPr/>
          <p:nvPr/>
        </p:nvCxnSpPr>
        <p:spPr>
          <a:xfrm rot="10800000" flipH="1">
            <a:off x="3072363" y="4376472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3" name="Google Shape;653;gbfaac54299_0_204"/>
          <p:cNvCxnSpPr>
            <a:endCxn id="620" idx="2"/>
          </p:cNvCxnSpPr>
          <p:nvPr/>
        </p:nvCxnSpPr>
        <p:spPr>
          <a:xfrm rot="10800000" flipH="1">
            <a:off x="4758246" y="3320989"/>
            <a:ext cx="905700" cy="101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4" name="Google Shape;654;gbfaac54299_0_204"/>
          <p:cNvCxnSpPr>
            <a:endCxn id="631" idx="2"/>
          </p:cNvCxnSpPr>
          <p:nvPr/>
        </p:nvCxnSpPr>
        <p:spPr>
          <a:xfrm rot="10800000" flipH="1">
            <a:off x="4791491" y="4353108"/>
            <a:ext cx="905700" cy="1029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55" name="Google Shape;655;gbfaac54299_0_204"/>
          <p:cNvSpPr txBox="1"/>
          <p:nvPr/>
        </p:nvSpPr>
        <p:spPr>
          <a:xfrm>
            <a:off x="6610418" y="4133208"/>
            <a:ext cx="52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bfaac54299_0_204"/>
          <p:cNvSpPr txBox="1"/>
          <p:nvPr/>
        </p:nvSpPr>
        <p:spPr>
          <a:xfrm>
            <a:off x="6677241" y="5142656"/>
            <a:ext cx="524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bfaac54299_0_204"/>
          <p:cNvSpPr txBox="1"/>
          <p:nvPr/>
        </p:nvSpPr>
        <p:spPr>
          <a:xfrm>
            <a:off x="7309946" y="2953243"/>
            <a:ext cx="4594200" cy="25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Function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Cross Entropy Loss 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Derivative (final Layer)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gbfaac54299_0_2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6273" y="3402550"/>
            <a:ext cx="3558971" cy="299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gbfaac54299_0_2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89953" y="4284650"/>
            <a:ext cx="2451610" cy="7642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CAA5FF-63FA-086C-5BAC-CBF1D900E7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8AE48C-701D-E271-9DAA-5DDD7EAE4E18}"/>
                  </a:ext>
                </a:extLst>
              </p14:cNvPr>
              <p14:cNvContentPartPr/>
              <p14:nvPr/>
            </p14:nvContentPartPr>
            <p14:xfrm>
              <a:off x="5238720" y="1513440"/>
              <a:ext cx="4520880" cy="407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8AE48C-701D-E271-9DAA-5DDD7EAE4E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9360" y="1504080"/>
                <a:ext cx="4539600" cy="409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Calculating Errors – Multinomial Outputs</a:t>
            </a:r>
            <a:endParaRPr/>
          </a:p>
        </p:txBody>
      </p:sp>
      <p:sp>
        <p:nvSpPr>
          <p:cNvPr id="665" name="Google Shape;665;p6"/>
          <p:cNvSpPr/>
          <p:nvPr/>
        </p:nvSpPr>
        <p:spPr>
          <a:xfrm>
            <a:off x="2357769" y="301857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6"/>
          <p:cNvSpPr txBox="1"/>
          <p:nvPr/>
        </p:nvSpPr>
        <p:spPr>
          <a:xfrm>
            <a:off x="2509902" y="314430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"/>
          <p:cNvSpPr txBox="1"/>
          <p:nvPr/>
        </p:nvSpPr>
        <p:spPr>
          <a:xfrm>
            <a:off x="6577173" y="3123760"/>
            <a:ext cx="5239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6"/>
          <p:cNvSpPr/>
          <p:nvPr/>
        </p:nvSpPr>
        <p:spPr>
          <a:xfrm rot="5400000" flipH="1">
            <a:off x="2571120" y="1925302"/>
            <a:ext cx="190080" cy="9140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6"/>
          <p:cNvSpPr/>
          <p:nvPr/>
        </p:nvSpPr>
        <p:spPr>
          <a:xfrm rot="5400000" flipH="1">
            <a:off x="4152072" y="1752138"/>
            <a:ext cx="201960" cy="12484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6"/>
          <p:cNvSpPr/>
          <p:nvPr/>
        </p:nvSpPr>
        <p:spPr>
          <a:xfrm rot="5400000" flipH="1">
            <a:off x="5808050" y="1708239"/>
            <a:ext cx="190080" cy="1348165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6"/>
          <p:cNvSpPr/>
          <p:nvPr/>
        </p:nvSpPr>
        <p:spPr>
          <a:xfrm>
            <a:off x="2190600" y="201746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6"/>
          <p:cNvSpPr/>
          <p:nvPr/>
        </p:nvSpPr>
        <p:spPr>
          <a:xfrm>
            <a:off x="3677784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6"/>
          <p:cNvSpPr/>
          <p:nvPr/>
        </p:nvSpPr>
        <p:spPr>
          <a:xfrm>
            <a:off x="5348435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4" name="Google Shape;674;p6"/>
          <p:cNvCxnSpPr/>
          <p:nvPr/>
        </p:nvCxnSpPr>
        <p:spPr>
          <a:xfrm rot="10800000" flipH="1">
            <a:off x="3017179" y="332264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5" name="Google Shape;675;p6"/>
          <p:cNvCxnSpPr/>
          <p:nvPr/>
        </p:nvCxnSpPr>
        <p:spPr>
          <a:xfrm>
            <a:off x="4654347" y="3322643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76" name="Google Shape;676;p6"/>
          <p:cNvCxnSpPr>
            <a:endCxn id="667" idx="1"/>
          </p:cNvCxnSpPr>
          <p:nvPr/>
        </p:nvCxnSpPr>
        <p:spPr>
          <a:xfrm rot="10800000" flipH="1">
            <a:off x="6314673" y="3262260"/>
            <a:ext cx="262500" cy="60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77" name="Google Shape;677;p6"/>
          <p:cNvGrpSpPr/>
          <p:nvPr/>
        </p:nvGrpSpPr>
        <p:grpSpPr>
          <a:xfrm>
            <a:off x="5663946" y="2995579"/>
            <a:ext cx="677187" cy="648982"/>
            <a:chOff x="2190600" y="4888789"/>
            <a:chExt cx="677187" cy="648982"/>
          </a:xfrm>
        </p:grpSpPr>
        <p:sp>
          <p:nvSpPr>
            <p:cNvPr id="678" name="Google Shape;678;p6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6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0" name="Google Shape;680;p6"/>
          <p:cNvGrpSpPr/>
          <p:nvPr/>
        </p:nvGrpSpPr>
        <p:grpSpPr>
          <a:xfrm>
            <a:off x="4032354" y="2983935"/>
            <a:ext cx="677187" cy="648982"/>
            <a:chOff x="2190600" y="4888789"/>
            <a:chExt cx="677187" cy="648982"/>
          </a:xfrm>
        </p:grpSpPr>
        <p:sp>
          <p:nvSpPr>
            <p:cNvPr id="681" name="Google Shape;681;p6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6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3" name="Google Shape;683;p6"/>
          <p:cNvSpPr/>
          <p:nvPr/>
        </p:nvSpPr>
        <p:spPr>
          <a:xfrm>
            <a:off x="2391014" y="4050696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"/>
          <p:cNvSpPr txBox="1"/>
          <p:nvPr/>
        </p:nvSpPr>
        <p:spPr>
          <a:xfrm>
            <a:off x="2543147" y="4176427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p6"/>
          <p:cNvCxnSpPr/>
          <p:nvPr/>
        </p:nvCxnSpPr>
        <p:spPr>
          <a:xfrm rot="10800000" flipH="1">
            <a:off x="3050424" y="4354762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6" name="Google Shape;686;p6"/>
          <p:cNvCxnSpPr/>
          <p:nvPr/>
        </p:nvCxnSpPr>
        <p:spPr>
          <a:xfrm>
            <a:off x="4687592" y="4354762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87" name="Google Shape;687;p6"/>
          <p:cNvCxnSpPr/>
          <p:nvPr/>
        </p:nvCxnSpPr>
        <p:spPr>
          <a:xfrm rot="10800000" flipH="1">
            <a:off x="6347913" y="4340545"/>
            <a:ext cx="262505" cy="142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88" name="Google Shape;688;p6"/>
          <p:cNvGrpSpPr/>
          <p:nvPr/>
        </p:nvGrpSpPr>
        <p:grpSpPr>
          <a:xfrm>
            <a:off x="5697191" y="4027698"/>
            <a:ext cx="677187" cy="648982"/>
            <a:chOff x="2190600" y="4888789"/>
            <a:chExt cx="677187" cy="648982"/>
          </a:xfrm>
        </p:grpSpPr>
        <p:sp>
          <p:nvSpPr>
            <p:cNvPr id="689" name="Google Shape;689;p6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6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1" name="Google Shape;691;p6"/>
          <p:cNvGrpSpPr/>
          <p:nvPr/>
        </p:nvGrpSpPr>
        <p:grpSpPr>
          <a:xfrm>
            <a:off x="4065599" y="4016054"/>
            <a:ext cx="677187" cy="648982"/>
            <a:chOff x="2190600" y="4888789"/>
            <a:chExt cx="677187" cy="648982"/>
          </a:xfrm>
        </p:grpSpPr>
        <p:sp>
          <p:nvSpPr>
            <p:cNvPr id="692" name="Google Shape;692;p6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6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4" name="Google Shape;694;p6"/>
          <p:cNvSpPr/>
          <p:nvPr/>
        </p:nvSpPr>
        <p:spPr>
          <a:xfrm>
            <a:off x="2443096" y="508498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"/>
          <p:cNvSpPr txBox="1"/>
          <p:nvPr/>
        </p:nvSpPr>
        <p:spPr>
          <a:xfrm>
            <a:off x="2595229" y="521071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6"/>
          <p:cNvCxnSpPr/>
          <p:nvPr/>
        </p:nvCxnSpPr>
        <p:spPr>
          <a:xfrm rot="10800000" flipH="1">
            <a:off x="3102506" y="538905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7" name="Google Shape;697;p6"/>
          <p:cNvCxnSpPr/>
          <p:nvPr/>
        </p:nvCxnSpPr>
        <p:spPr>
          <a:xfrm>
            <a:off x="4739674" y="5389053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98" name="Google Shape;698;p6"/>
          <p:cNvCxnSpPr/>
          <p:nvPr/>
        </p:nvCxnSpPr>
        <p:spPr>
          <a:xfrm rot="10800000" flipH="1">
            <a:off x="6399995" y="5374836"/>
            <a:ext cx="262505" cy="142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699" name="Google Shape;699;p6"/>
          <p:cNvGrpSpPr/>
          <p:nvPr/>
        </p:nvGrpSpPr>
        <p:grpSpPr>
          <a:xfrm>
            <a:off x="5749273" y="5061989"/>
            <a:ext cx="677187" cy="648982"/>
            <a:chOff x="2190600" y="4888789"/>
            <a:chExt cx="677187" cy="648982"/>
          </a:xfrm>
        </p:grpSpPr>
        <p:sp>
          <p:nvSpPr>
            <p:cNvPr id="700" name="Google Shape;700;p6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6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2" name="Google Shape;702;p6"/>
          <p:cNvGrpSpPr/>
          <p:nvPr/>
        </p:nvGrpSpPr>
        <p:grpSpPr>
          <a:xfrm>
            <a:off x="4117681" y="5050345"/>
            <a:ext cx="677187" cy="648982"/>
            <a:chOff x="2190600" y="4888789"/>
            <a:chExt cx="677187" cy="648982"/>
          </a:xfrm>
        </p:grpSpPr>
        <p:sp>
          <p:nvSpPr>
            <p:cNvPr id="703" name="Google Shape;703;p6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6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05" name="Google Shape;705;p6"/>
          <p:cNvCxnSpPr>
            <a:stCxn id="665" idx="6"/>
            <a:endCxn id="692" idx="2"/>
          </p:cNvCxnSpPr>
          <p:nvPr/>
        </p:nvCxnSpPr>
        <p:spPr>
          <a:xfrm>
            <a:off x="304470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6" name="Google Shape;706;p6"/>
          <p:cNvCxnSpPr/>
          <p:nvPr/>
        </p:nvCxnSpPr>
        <p:spPr>
          <a:xfrm>
            <a:off x="3054122" y="4354762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7" name="Google Shape;707;p6"/>
          <p:cNvCxnSpPr/>
          <p:nvPr/>
        </p:nvCxnSpPr>
        <p:spPr>
          <a:xfrm>
            <a:off x="4646154" y="3330961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8" name="Google Shape;708;p6"/>
          <p:cNvCxnSpPr/>
          <p:nvPr/>
        </p:nvCxnSpPr>
        <p:spPr>
          <a:xfrm>
            <a:off x="4747302" y="4364397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09" name="Google Shape;709;p6"/>
          <p:cNvCxnSpPr>
            <a:endCxn id="681" idx="2"/>
          </p:cNvCxnSpPr>
          <p:nvPr/>
        </p:nvCxnSpPr>
        <p:spPr>
          <a:xfrm rot="10800000" flipH="1">
            <a:off x="3046854" y="3309281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0" name="Google Shape;710;p6"/>
          <p:cNvCxnSpPr/>
          <p:nvPr/>
        </p:nvCxnSpPr>
        <p:spPr>
          <a:xfrm rot="10800000" flipH="1">
            <a:off x="3072363" y="4376442"/>
            <a:ext cx="985636" cy="108303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1" name="Google Shape;711;p6"/>
          <p:cNvCxnSpPr>
            <a:endCxn id="678" idx="2"/>
          </p:cNvCxnSpPr>
          <p:nvPr/>
        </p:nvCxnSpPr>
        <p:spPr>
          <a:xfrm rot="10800000" flipH="1">
            <a:off x="4758246" y="3320925"/>
            <a:ext cx="905700" cy="101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12" name="Google Shape;712;p6"/>
          <p:cNvCxnSpPr>
            <a:endCxn id="689" idx="2"/>
          </p:cNvCxnSpPr>
          <p:nvPr/>
        </p:nvCxnSpPr>
        <p:spPr>
          <a:xfrm rot="10800000" flipH="1">
            <a:off x="4791491" y="4353044"/>
            <a:ext cx="905700" cy="1029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13" name="Google Shape;713;p6"/>
          <p:cNvSpPr txBox="1"/>
          <p:nvPr/>
        </p:nvSpPr>
        <p:spPr>
          <a:xfrm>
            <a:off x="6610418" y="4133208"/>
            <a:ext cx="5239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6"/>
          <p:cNvSpPr txBox="1"/>
          <p:nvPr/>
        </p:nvSpPr>
        <p:spPr>
          <a:xfrm>
            <a:off x="6677241" y="5142656"/>
            <a:ext cx="5239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"/>
          <p:cNvSpPr txBox="1"/>
          <p:nvPr/>
        </p:nvSpPr>
        <p:spPr>
          <a:xfrm>
            <a:off x="7309946" y="2953243"/>
            <a:ext cx="45941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Remember / Assumption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One positive outcome per instance. Everything else negative, e.g., figure out the type of animal in an image.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Function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Cross Entropy Loss Function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 this but it isn’t great.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6" name="Google Shape;71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6273" y="4697950"/>
            <a:ext cx="3558970" cy="2994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BD0CC4-395E-D7E3-580F-15B819E0D0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CF4DBD-DFA8-2804-EA99-98D6450DF460}"/>
                  </a:ext>
                </a:extLst>
              </p14:cNvPr>
              <p14:cNvContentPartPr/>
              <p14:nvPr/>
            </p14:nvContentPartPr>
            <p14:xfrm>
              <a:off x="6483960" y="2355480"/>
              <a:ext cx="587520" cy="662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CF4DBD-DFA8-2804-EA99-98D6450DF4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4600" y="2346120"/>
                <a:ext cx="606240" cy="681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Multinomial: Softmax Activation Function</a:t>
            </a:r>
            <a:endParaRPr/>
          </a:p>
        </p:txBody>
      </p:sp>
      <p:sp>
        <p:nvSpPr>
          <p:cNvPr id="722" name="Google Shape;722;p11"/>
          <p:cNvSpPr/>
          <p:nvPr/>
        </p:nvSpPr>
        <p:spPr>
          <a:xfrm>
            <a:off x="2357769" y="301857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1"/>
          <p:cNvSpPr txBox="1"/>
          <p:nvPr/>
        </p:nvSpPr>
        <p:spPr>
          <a:xfrm>
            <a:off x="2509902" y="314430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1"/>
          <p:cNvSpPr txBox="1"/>
          <p:nvPr/>
        </p:nvSpPr>
        <p:spPr>
          <a:xfrm>
            <a:off x="6577173" y="3123760"/>
            <a:ext cx="5239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1"/>
          <p:cNvSpPr/>
          <p:nvPr/>
        </p:nvSpPr>
        <p:spPr>
          <a:xfrm rot="5400000" flipH="1">
            <a:off x="2571120" y="1925302"/>
            <a:ext cx="190080" cy="9140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1"/>
          <p:cNvSpPr/>
          <p:nvPr/>
        </p:nvSpPr>
        <p:spPr>
          <a:xfrm rot="5400000" flipH="1">
            <a:off x="4152072" y="1752138"/>
            <a:ext cx="201960" cy="1248488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1"/>
          <p:cNvSpPr/>
          <p:nvPr/>
        </p:nvSpPr>
        <p:spPr>
          <a:xfrm rot="5400000" flipH="1">
            <a:off x="5808050" y="1708239"/>
            <a:ext cx="190080" cy="1348165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4A7E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1"/>
          <p:cNvSpPr/>
          <p:nvPr/>
        </p:nvSpPr>
        <p:spPr>
          <a:xfrm>
            <a:off x="2190600" y="201746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1"/>
          <p:cNvSpPr/>
          <p:nvPr/>
        </p:nvSpPr>
        <p:spPr>
          <a:xfrm>
            <a:off x="3677784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Hidden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1"/>
          <p:cNvSpPr/>
          <p:nvPr/>
        </p:nvSpPr>
        <p:spPr>
          <a:xfrm>
            <a:off x="5348435" y="2020702"/>
            <a:ext cx="1161720" cy="51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 Layer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1" name="Google Shape;731;p11"/>
          <p:cNvCxnSpPr/>
          <p:nvPr/>
        </p:nvCxnSpPr>
        <p:spPr>
          <a:xfrm rot="10800000" flipH="1">
            <a:off x="3017179" y="332264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2" name="Google Shape;732;p11"/>
          <p:cNvCxnSpPr/>
          <p:nvPr/>
        </p:nvCxnSpPr>
        <p:spPr>
          <a:xfrm>
            <a:off x="4654347" y="3322643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33" name="Google Shape;733;p11"/>
          <p:cNvCxnSpPr>
            <a:endCxn id="724" idx="1"/>
          </p:cNvCxnSpPr>
          <p:nvPr/>
        </p:nvCxnSpPr>
        <p:spPr>
          <a:xfrm rot="10800000" flipH="1">
            <a:off x="6314673" y="3308426"/>
            <a:ext cx="262500" cy="14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734" name="Google Shape;734;p11"/>
          <p:cNvGrpSpPr/>
          <p:nvPr/>
        </p:nvGrpSpPr>
        <p:grpSpPr>
          <a:xfrm>
            <a:off x="5663946" y="2995579"/>
            <a:ext cx="677187" cy="648982"/>
            <a:chOff x="2190600" y="4888789"/>
            <a:chExt cx="677187" cy="648982"/>
          </a:xfrm>
        </p:grpSpPr>
        <p:sp>
          <p:nvSpPr>
            <p:cNvPr id="735" name="Google Shape;735;p11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11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" name="Google Shape;737;p11"/>
          <p:cNvGrpSpPr/>
          <p:nvPr/>
        </p:nvGrpSpPr>
        <p:grpSpPr>
          <a:xfrm>
            <a:off x="4032354" y="2983935"/>
            <a:ext cx="677187" cy="648982"/>
            <a:chOff x="2190600" y="4888789"/>
            <a:chExt cx="677187" cy="648982"/>
          </a:xfrm>
        </p:grpSpPr>
        <p:sp>
          <p:nvSpPr>
            <p:cNvPr id="738" name="Google Shape;738;p11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11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0" name="Google Shape;740;p11"/>
          <p:cNvSpPr/>
          <p:nvPr/>
        </p:nvSpPr>
        <p:spPr>
          <a:xfrm>
            <a:off x="2391014" y="4050696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1"/>
          <p:cNvSpPr txBox="1"/>
          <p:nvPr/>
        </p:nvSpPr>
        <p:spPr>
          <a:xfrm>
            <a:off x="2543147" y="4176427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2" name="Google Shape;742;p11"/>
          <p:cNvCxnSpPr/>
          <p:nvPr/>
        </p:nvCxnSpPr>
        <p:spPr>
          <a:xfrm rot="10800000" flipH="1">
            <a:off x="3050424" y="4354762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3" name="Google Shape;743;p11"/>
          <p:cNvCxnSpPr/>
          <p:nvPr/>
        </p:nvCxnSpPr>
        <p:spPr>
          <a:xfrm>
            <a:off x="4687592" y="4354762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4" name="Google Shape;744;p11"/>
          <p:cNvCxnSpPr/>
          <p:nvPr/>
        </p:nvCxnSpPr>
        <p:spPr>
          <a:xfrm rot="10800000" flipH="1">
            <a:off x="6347913" y="4340545"/>
            <a:ext cx="262505" cy="142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745" name="Google Shape;745;p11"/>
          <p:cNvGrpSpPr/>
          <p:nvPr/>
        </p:nvGrpSpPr>
        <p:grpSpPr>
          <a:xfrm>
            <a:off x="5697191" y="4027698"/>
            <a:ext cx="677187" cy="648982"/>
            <a:chOff x="2190600" y="4888789"/>
            <a:chExt cx="677187" cy="648982"/>
          </a:xfrm>
        </p:grpSpPr>
        <p:sp>
          <p:nvSpPr>
            <p:cNvPr id="746" name="Google Shape;746;p11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11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8" name="Google Shape;748;p11"/>
          <p:cNvGrpSpPr/>
          <p:nvPr/>
        </p:nvGrpSpPr>
        <p:grpSpPr>
          <a:xfrm>
            <a:off x="4065599" y="4016054"/>
            <a:ext cx="677187" cy="648982"/>
            <a:chOff x="2190600" y="4888789"/>
            <a:chExt cx="677187" cy="648982"/>
          </a:xfrm>
        </p:grpSpPr>
        <p:sp>
          <p:nvSpPr>
            <p:cNvPr id="749" name="Google Shape;749;p11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11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1" name="Google Shape;751;p11"/>
          <p:cNvSpPr/>
          <p:nvPr/>
        </p:nvSpPr>
        <p:spPr>
          <a:xfrm>
            <a:off x="2443096" y="5084987"/>
            <a:ext cx="686935" cy="624768"/>
          </a:xfrm>
          <a:prstGeom prst="ellips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1"/>
          <p:cNvSpPr txBox="1"/>
          <p:nvPr/>
        </p:nvSpPr>
        <p:spPr>
          <a:xfrm>
            <a:off x="2595229" y="5210718"/>
            <a:ext cx="3390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11"/>
          <p:cNvCxnSpPr/>
          <p:nvPr/>
        </p:nvCxnSpPr>
        <p:spPr>
          <a:xfrm rot="10800000" flipH="1">
            <a:off x="3102506" y="5389053"/>
            <a:ext cx="981930" cy="831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4" name="Google Shape;754;p11"/>
          <p:cNvCxnSpPr/>
          <p:nvPr/>
        </p:nvCxnSpPr>
        <p:spPr>
          <a:xfrm>
            <a:off x="4739674" y="5389053"/>
            <a:ext cx="100508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55" name="Google Shape;755;p11"/>
          <p:cNvCxnSpPr/>
          <p:nvPr/>
        </p:nvCxnSpPr>
        <p:spPr>
          <a:xfrm rot="10800000" flipH="1">
            <a:off x="6399995" y="5374836"/>
            <a:ext cx="262505" cy="142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756" name="Google Shape;756;p11"/>
          <p:cNvGrpSpPr/>
          <p:nvPr/>
        </p:nvGrpSpPr>
        <p:grpSpPr>
          <a:xfrm>
            <a:off x="5749273" y="5061989"/>
            <a:ext cx="677187" cy="648982"/>
            <a:chOff x="2190600" y="4888789"/>
            <a:chExt cx="677187" cy="648982"/>
          </a:xfrm>
        </p:grpSpPr>
        <p:sp>
          <p:nvSpPr>
            <p:cNvPr id="757" name="Google Shape;757;p11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11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9" name="Google Shape;759;p11"/>
          <p:cNvGrpSpPr/>
          <p:nvPr/>
        </p:nvGrpSpPr>
        <p:grpSpPr>
          <a:xfrm>
            <a:off x="4117681" y="5050345"/>
            <a:ext cx="677187" cy="648982"/>
            <a:chOff x="2190600" y="4888789"/>
            <a:chExt cx="677187" cy="648982"/>
          </a:xfrm>
        </p:grpSpPr>
        <p:sp>
          <p:nvSpPr>
            <p:cNvPr id="760" name="Google Shape;760;p11"/>
            <p:cNvSpPr/>
            <p:nvPr/>
          </p:nvSpPr>
          <p:spPr>
            <a:xfrm>
              <a:off x="2190600" y="489049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A6B6DE"/>
                </a:gs>
                <a:gs pos="50000">
                  <a:srgbClr val="98AAD9"/>
                </a:gs>
                <a:gs pos="100000">
                  <a:srgbClr val="859CD7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11"/>
            <p:cNvSpPr/>
            <p:nvPr/>
          </p:nvSpPr>
          <p:spPr>
            <a:xfrm rot="10800000">
              <a:off x="2209438" y="4888789"/>
              <a:ext cx="658349" cy="647272"/>
            </a:xfrm>
            <a:prstGeom prst="pie">
              <a:avLst>
                <a:gd name="adj1" fmla="val 5301600"/>
                <a:gd name="adj2" fmla="val 16200000"/>
              </a:avLst>
            </a:prstGeom>
            <a:gradFill>
              <a:gsLst>
                <a:gs pos="0">
                  <a:srgbClr val="F7BCA2"/>
                </a:gs>
                <a:gs pos="50000">
                  <a:srgbClr val="F4B093"/>
                </a:gs>
                <a:gs pos="100000">
                  <a:srgbClr val="F7A47F"/>
                </a:gs>
              </a:gsLst>
              <a:lin ang="5400000" scaled="0"/>
            </a:gradFill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62" name="Google Shape;762;p11"/>
          <p:cNvCxnSpPr>
            <a:stCxn id="722" idx="6"/>
            <a:endCxn id="749" idx="2"/>
          </p:cNvCxnSpPr>
          <p:nvPr/>
        </p:nvCxnSpPr>
        <p:spPr>
          <a:xfrm>
            <a:off x="3044704" y="3330961"/>
            <a:ext cx="1020900" cy="1010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3" name="Google Shape;763;p11"/>
          <p:cNvCxnSpPr/>
          <p:nvPr/>
        </p:nvCxnSpPr>
        <p:spPr>
          <a:xfrm>
            <a:off x="3054122" y="4354762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4" name="Google Shape;764;p11"/>
          <p:cNvCxnSpPr/>
          <p:nvPr/>
        </p:nvCxnSpPr>
        <p:spPr>
          <a:xfrm>
            <a:off x="4646154" y="3330961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5" name="Google Shape;765;p11"/>
          <p:cNvCxnSpPr/>
          <p:nvPr/>
        </p:nvCxnSpPr>
        <p:spPr>
          <a:xfrm>
            <a:off x="4747302" y="4364397"/>
            <a:ext cx="1020895" cy="101043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6" name="Google Shape;766;p11"/>
          <p:cNvCxnSpPr>
            <a:endCxn id="738" idx="2"/>
          </p:cNvCxnSpPr>
          <p:nvPr/>
        </p:nvCxnSpPr>
        <p:spPr>
          <a:xfrm rot="10800000" flipH="1">
            <a:off x="3046854" y="3309281"/>
            <a:ext cx="985500" cy="1083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7" name="Google Shape;767;p11"/>
          <p:cNvCxnSpPr/>
          <p:nvPr/>
        </p:nvCxnSpPr>
        <p:spPr>
          <a:xfrm rot="10800000" flipH="1">
            <a:off x="3072363" y="4376442"/>
            <a:ext cx="985636" cy="108303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8" name="Google Shape;768;p11"/>
          <p:cNvCxnSpPr>
            <a:endCxn id="735" idx="2"/>
          </p:cNvCxnSpPr>
          <p:nvPr/>
        </p:nvCxnSpPr>
        <p:spPr>
          <a:xfrm rot="10800000" flipH="1">
            <a:off x="4758246" y="3320925"/>
            <a:ext cx="905700" cy="101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69" name="Google Shape;769;p11"/>
          <p:cNvCxnSpPr>
            <a:endCxn id="746" idx="2"/>
          </p:cNvCxnSpPr>
          <p:nvPr/>
        </p:nvCxnSpPr>
        <p:spPr>
          <a:xfrm rot="10800000" flipH="1">
            <a:off x="4791491" y="4353044"/>
            <a:ext cx="905700" cy="1029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0" name="Google Shape;770;p11"/>
          <p:cNvSpPr txBox="1"/>
          <p:nvPr/>
        </p:nvSpPr>
        <p:spPr>
          <a:xfrm>
            <a:off x="6610418" y="4133208"/>
            <a:ext cx="5239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1"/>
          <p:cNvSpPr txBox="1"/>
          <p:nvPr/>
        </p:nvSpPr>
        <p:spPr>
          <a:xfrm>
            <a:off x="6677241" y="5142656"/>
            <a:ext cx="5239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 b="0" i="0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1"/>
          <p:cNvSpPr txBox="1"/>
          <p:nvPr/>
        </p:nvSpPr>
        <p:spPr>
          <a:xfrm>
            <a:off x="7899400" y="2275402"/>
            <a:ext cx="407246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know that we only have one possible ‘activation’ in a given layer, we can use 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‘Softmax Activation Layer’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take advantage of this fact.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23024" y="3851369"/>
            <a:ext cx="22225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0C4764-36B5-AD3A-7A64-87A6876FD4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2C3E56D-BD81-54AF-7DEA-D1872007F8AF}"/>
                  </a:ext>
                </a:extLst>
              </p14:cNvPr>
              <p14:cNvContentPartPr/>
              <p14:nvPr/>
            </p14:nvContentPartPr>
            <p14:xfrm>
              <a:off x="5186520" y="2715120"/>
              <a:ext cx="4771800" cy="3411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2C3E56D-BD81-54AF-7DEA-D1872007F8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77160" y="2705760"/>
                <a:ext cx="4790520" cy="343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Softmax Activation Function</a:t>
            </a:r>
            <a:endParaRPr/>
          </a:p>
        </p:txBody>
      </p:sp>
      <p:pic>
        <p:nvPicPr>
          <p:cNvPr id="779" name="Google Shape;77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959" y="1690688"/>
            <a:ext cx="3837375" cy="2513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0195" y="1651844"/>
            <a:ext cx="3929956" cy="259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0151" y="1651844"/>
            <a:ext cx="3749673" cy="2552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37891" y="4376302"/>
            <a:ext cx="22225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17241" y="5341502"/>
            <a:ext cx="24638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C5A064-C458-C26B-686F-56A2FA42AA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8E090B-7B55-FBF8-7068-803005DDC756}"/>
                  </a:ext>
                </a:extLst>
              </p14:cNvPr>
              <p14:cNvContentPartPr/>
              <p14:nvPr/>
            </p14:nvContentPartPr>
            <p14:xfrm>
              <a:off x="1694520" y="1173240"/>
              <a:ext cx="9617400" cy="529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8E090B-7B55-FBF8-7068-803005DDC7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85160" y="1163880"/>
                <a:ext cx="9636120" cy="531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bfaac54299_0_17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Tutorial Session Work: Loss Functions</a:t>
            </a:r>
            <a:endParaRPr/>
          </a:p>
        </p:txBody>
      </p:sp>
      <p:sp>
        <p:nvSpPr>
          <p:cNvPr id="789" name="Google Shape;789;gbfaac54299_0_1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Split into smaller groups.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As a group assign each person a loss function to investigate (look at </a:t>
            </a:r>
            <a:r>
              <a:rPr lang="en-US" dirty="0" err="1"/>
              <a:t>Keras</a:t>
            </a:r>
            <a:r>
              <a:rPr lang="en-US" dirty="0"/>
              <a:t> losses as a starting point) (10 mins)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Individually investigate your loss in a </a:t>
            </a:r>
            <a:r>
              <a:rPr lang="en-US" dirty="0" err="1"/>
              <a:t>Keras</a:t>
            </a:r>
            <a:r>
              <a:rPr lang="en-US" dirty="0"/>
              <a:t> context (10 mins)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Report back to the smaller group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Have a group reporter enter details on the losses investigated into the form provided. 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D500D-851B-A485-F9B9-BFF584C687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5155</TotalTime>
  <Words>1096</Words>
  <Application>Microsoft Macintosh PowerPoint</Application>
  <PresentationFormat>Widescreen</PresentationFormat>
  <Paragraphs>292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Reminder: Network Architecture </vt:lpstr>
      <vt:lpstr>Logits and Activation Functions</vt:lpstr>
      <vt:lpstr>Forward Propagation</vt:lpstr>
      <vt:lpstr>Recap:</vt:lpstr>
      <vt:lpstr>Questions</vt:lpstr>
      <vt:lpstr>Backpropagation</vt:lpstr>
      <vt:lpstr>From Inputs to Loss</vt:lpstr>
      <vt:lpstr>Learning the Parameters aka Training the Network</vt:lpstr>
      <vt:lpstr>Backpropagation</vt:lpstr>
      <vt:lpstr>Backpropagation</vt:lpstr>
      <vt:lpstr>Backpropagation</vt:lpstr>
      <vt:lpstr>Backpropagation</vt:lpstr>
      <vt:lpstr>Backprop Overview</vt:lpstr>
      <vt:lpstr>Backpropagation Algorithm</vt:lpstr>
      <vt:lpstr>Backpropagation Algorithm</vt:lpstr>
      <vt:lpstr>Backpropagation Algorithm</vt:lpstr>
      <vt:lpstr>Backpropagation Algorithm</vt:lpstr>
      <vt:lpstr>Backpropagation Algorithm</vt:lpstr>
      <vt:lpstr>PowerPoint Presentation</vt:lpstr>
      <vt:lpstr>Deriving the Backpropagation Equations</vt:lpstr>
      <vt:lpstr>Do I need to know the derivations? </vt:lpstr>
      <vt:lpstr>Backprop Assignment</vt:lpstr>
      <vt:lpstr>Losses for Neural Networks</vt:lpstr>
      <vt:lpstr>Note: We Used a Loss in Defn of Backprop</vt:lpstr>
      <vt:lpstr>Calculating Errors – Real Valued Outputs</vt:lpstr>
      <vt:lpstr>Problem</vt:lpstr>
      <vt:lpstr>Cross Entropy Loss</vt:lpstr>
      <vt:lpstr>Key: Natural Log Between (0, 1]</vt:lpstr>
      <vt:lpstr>Cross Entropy Loss</vt:lpstr>
      <vt:lpstr>Calculating Errors – Binary Outputs</vt:lpstr>
      <vt:lpstr>Cross Entropy Loss Function Performance</vt:lpstr>
      <vt:lpstr>Calculating Errors – Multi-Label Outputs</vt:lpstr>
      <vt:lpstr>Calculating Errors – Multinomial Outputs</vt:lpstr>
      <vt:lpstr>Multinomial: Softmax Activation Function</vt:lpstr>
      <vt:lpstr>Softmax Activation Function</vt:lpstr>
      <vt:lpstr>Tutorial Session Work: Loss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Robert Ross</cp:lastModifiedBy>
  <cp:revision>8</cp:revision>
  <dcterms:created xsi:type="dcterms:W3CDTF">2018-03-13T11:51:17Z</dcterms:created>
  <dcterms:modified xsi:type="dcterms:W3CDTF">2026-10-02T08:08:34Z</dcterms:modified>
</cp:coreProperties>
</file>